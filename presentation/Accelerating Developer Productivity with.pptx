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5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#2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BEF23E-9D43-4E1E-8D1D-6AB5FEBBD76A}" type="doc">
      <dgm:prSet loTypeId="urn:microsoft.com/office/officeart/2005/8/layout/vList2" loCatId="list" qsTypeId="urn:microsoft.com/office/officeart/2005/8/quickstyle/simple1#1" qsCatId="simple" csTypeId="urn:microsoft.com/office/officeart/2005/8/colors/colorful5#1" csCatId="colorful"/>
      <dgm:spPr/>
      <dgm:t>
        <a:bodyPr/>
        <a:lstStyle/>
        <a:p>
          <a:endParaRPr lang="en-US"/>
        </a:p>
      </dgm:t>
    </dgm:pt>
    <dgm:pt modelId="{9041CE23-D01E-4314-B8F6-DF00EE87E27E}">
      <dgm:prSet/>
      <dgm:spPr/>
      <dgm:t>
        <a:bodyPr/>
        <a:lstStyle/>
        <a:p>
          <a:r>
            <a:rPr lang="en-US"/>
            <a:t>A framework for building/environments</a:t>
          </a:r>
        </a:p>
      </dgm:t>
    </dgm:pt>
    <dgm:pt modelId="{7518082A-58B3-4982-B4D0-F7EF08C02D4F}" type="parTrans" cxnId="{87B19A79-EAD1-4954-A0D3-C49C0B173294}">
      <dgm:prSet/>
      <dgm:spPr/>
      <dgm:t>
        <a:bodyPr/>
        <a:lstStyle/>
        <a:p>
          <a:endParaRPr lang="en-US"/>
        </a:p>
      </dgm:t>
    </dgm:pt>
    <dgm:pt modelId="{DFABE16C-D697-4743-B272-90609F19A293}" type="sibTrans" cxnId="{87B19A79-EAD1-4954-A0D3-C49C0B173294}">
      <dgm:prSet/>
      <dgm:spPr/>
      <dgm:t>
        <a:bodyPr/>
        <a:lstStyle/>
        <a:p>
          <a:endParaRPr lang="en-US"/>
        </a:p>
      </dgm:t>
    </dgm:pt>
    <dgm:pt modelId="{E542E084-4E4A-4BC1-97DF-B69D0575EBF6}">
      <dgm:prSet/>
      <dgm:spPr/>
      <dgm:t>
        <a:bodyPr/>
        <a:lstStyle/>
        <a:p>
          <a:r>
            <a:rPr lang="en-US" dirty="0"/>
            <a:t>Orchestration </a:t>
          </a:r>
        </a:p>
      </dgm:t>
    </dgm:pt>
    <dgm:pt modelId="{AA41BAEB-B380-4558-B64C-B3E7B0814D15}" type="parTrans" cxnId="{CECBE027-8088-4C32-9153-302D4C1D1D9A}">
      <dgm:prSet/>
      <dgm:spPr/>
      <dgm:t>
        <a:bodyPr/>
        <a:lstStyle/>
        <a:p>
          <a:endParaRPr lang="en-US"/>
        </a:p>
      </dgm:t>
    </dgm:pt>
    <dgm:pt modelId="{3330EA5B-747B-4D2E-AD9B-815C60E21346}" type="sibTrans" cxnId="{CECBE027-8088-4C32-9153-302D4C1D1D9A}">
      <dgm:prSet/>
      <dgm:spPr/>
      <dgm:t>
        <a:bodyPr/>
        <a:lstStyle/>
        <a:p>
          <a:endParaRPr lang="en-US"/>
        </a:p>
      </dgm:t>
    </dgm:pt>
    <dgm:pt modelId="{E94BBD72-FCCB-4D62-AD1D-0A83AD1DF68C}">
      <dgm:prSet/>
      <dgm:spPr/>
      <dgm:t>
        <a:bodyPr/>
        <a:lstStyle/>
        <a:p>
          <a:r>
            <a:rPr lang="en-US" dirty="0"/>
            <a:t>Service Discovery</a:t>
          </a:r>
        </a:p>
      </dgm:t>
    </dgm:pt>
    <dgm:pt modelId="{87790A6A-D080-410D-8D86-1E3B7D7027D0}" type="parTrans" cxnId="{1D5CE4DD-A3DC-4827-BF11-2A10BC464274}">
      <dgm:prSet/>
      <dgm:spPr/>
      <dgm:t>
        <a:bodyPr/>
        <a:lstStyle/>
        <a:p>
          <a:endParaRPr lang="en-US"/>
        </a:p>
      </dgm:t>
    </dgm:pt>
    <dgm:pt modelId="{EAD86D75-61A3-477A-8BFB-28B695D812CA}" type="sibTrans" cxnId="{1D5CE4DD-A3DC-4827-BF11-2A10BC464274}">
      <dgm:prSet/>
      <dgm:spPr/>
      <dgm:t>
        <a:bodyPr/>
        <a:lstStyle/>
        <a:p>
          <a:endParaRPr lang="en-US"/>
        </a:p>
      </dgm:t>
    </dgm:pt>
    <dgm:pt modelId="{0EB5268D-29C4-48F8-BEF8-9942BA2B19D5}">
      <dgm:prSet/>
      <dgm:spPr/>
      <dgm:t>
        <a:bodyPr/>
        <a:lstStyle/>
        <a:p>
          <a:r>
            <a:rPr lang="en-US"/>
            <a:t>Observability</a:t>
          </a:r>
        </a:p>
      </dgm:t>
    </dgm:pt>
    <dgm:pt modelId="{0F4D4CD3-B845-433A-A95B-F044D3E7133D}" type="parTrans" cxnId="{708DADA3-0A36-4F71-8697-B76ED961F8E5}">
      <dgm:prSet/>
      <dgm:spPr/>
      <dgm:t>
        <a:bodyPr/>
        <a:lstStyle/>
        <a:p>
          <a:endParaRPr lang="en-US"/>
        </a:p>
      </dgm:t>
    </dgm:pt>
    <dgm:pt modelId="{63270AB1-08EC-42DD-9BEC-136675914F9E}" type="sibTrans" cxnId="{708DADA3-0A36-4F71-8697-B76ED961F8E5}">
      <dgm:prSet/>
      <dgm:spPr/>
      <dgm:t>
        <a:bodyPr/>
        <a:lstStyle/>
        <a:p>
          <a:endParaRPr lang="en-US"/>
        </a:p>
      </dgm:t>
    </dgm:pt>
    <dgm:pt modelId="{476959B3-385D-4D7E-B983-CC4746557671}">
      <dgm:prSet/>
      <dgm:spPr/>
      <dgm:t>
        <a:bodyPr/>
        <a:lstStyle/>
        <a:p>
          <a:r>
            <a:rPr lang="en-US"/>
            <a:t>Developer Experience</a:t>
          </a:r>
        </a:p>
      </dgm:t>
    </dgm:pt>
    <dgm:pt modelId="{A4810B82-223E-4C4C-BDD0-5579AB661679}" type="parTrans" cxnId="{36AE875F-594D-4AF7-8B9D-1D77C01B73E1}">
      <dgm:prSet/>
      <dgm:spPr/>
      <dgm:t>
        <a:bodyPr/>
        <a:lstStyle/>
        <a:p>
          <a:endParaRPr lang="en-US"/>
        </a:p>
      </dgm:t>
    </dgm:pt>
    <dgm:pt modelId="{B2407B8A-9ED7-4BD2-AF58-543DF483B7C9}" type="sibTrans" cxnId="{36AE875F-594D-4AF7-8B9D-1D77C01B73E1}">
      <dgm:prSet/>
      <dgm:spPr/>
      <dgm:t>
        <a:bodyPr/>
        <a:lstStyle/>
        <a:p>
          <a:endParaRPr lang="en-US"/>
        </a:p>
      </dgm:t>
    </dgm:pt>
    <dgm:pt modelId="{DBF6B0DD-C6D9-4C95-96D8-647779BB6F80}">
      <dgm:prSet/>
      <dgm:spPr/>
      <dgm:t>
        <a:bodyPr/>
        <a:lstStyle/>
        <a:p>
          <a:r>
            <a:rPr lang="en-US"/>
            <a:t>Key Example – Logging! </a:t>
          </a:r>
        </a:p>
      </dgm:t>
    </dgm:pt>
    <dgm:pt modelId="{7206779E-FB20-4674-8E95-E9DF284DBBAE}" type="parTrans" cxnId="{921C8959-9190-4347-A6AE-2FF554815237}">
      <dgm:prSet/>
      <dgm:spPr/>
      <dgm:t>
        <a:bodyPr/>
        <a:lstStyle/>
        <a:p>
          <a:endParaRPr lang="en-US"/>
        </a:p>
      </dgm:t>
    </dgm:pt>
    <dgm:pt modelId="{9E7C0405-3A4E-40EC-95C5-EC68DA48D436}" type="sibTrans" cxnId="{921C8959-9190-4347-A6AE-2FF554815237}">
      <dgm:prSet/>
      <dgm:spPr/>
      <dgm:t>
        <a:bodyPr/>
        <a:lstStyle/>
        <a:p>
          <a:endParaRPr lang="en-US"/>
        </a:p>
      </dgm:t>
    </dgm:pt>
    <dgm:pt modelId="{695AF5C7-3D2C-4350-9311-03AEDCF09B9A}" type="pres">
      <dgm:prSet presAssocID="{87BEF23E-9D43-4E1E-8D1D-6AB5FEBBD76A}" presName="linear" presStyleCnt="0">
        <dgm:presLayoutVars>
          <dgm:animLvl val="lvl"/>
          <dgm:resizeHandles val="exact"/>
        </dgm:presLayoutVars>
      </dgm:prSet>
      <dgm:spPr/>
    </dgm:pt>
    <dgm:pt modelId="{D484C472-5AC8-4C20-9C22-AC8A3420B6E2}" type="pres">
      <dgm:prSet presAssocID="{9041CE23-D01E-4314-B8F6-DF00EE87E27E}" presName="parentText" presStyleLbl="node1" presStyleIdx="0" presStyleCnt="2" custLinFactNeighborY="264">
        <dgm:presLayoutVars>
          <dgm:chMax val="0"/>
          <dgm:bulletEnabled val="1"/>
        </dgm:presLayoutVars>
      </dgm:prSet>
      <dgm:spPr/>
    </dgm:pt>
    <dgm:pt modelId="{2BC90456-AC39-4BD8-AF93-69C569A0077A}" type="pres">
      <dgm:prSet presAssocID="{9041CE23-D01E-4314-B8F6-DF00EE87E27E}" presName="childText" presStyleLbl="revTx" presStyleIdx="0" presStyleCnt="1">
        <dgm:presLayoutVars>
          <dgm:bulletEnabled val="1"/>
        </dgm:presLayoutVars>
      </dgm:prSet>
      <dgm:spPr/>
    </dgm:pt>
    <dgm:pt modelId="{E3F4916C-4E97-47E6-9076-BF90A5FF38C9}" type="pres">
      <dgm:prSet presAssocID="{DBF6B0DD-C6D9-4C95-96D8-647779BB6F8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ECBE027-8088-4C32-9153-302D4C1D1D9A}" srcId="{9041CE23-D01E-4314-B8F6-DF00EE87E27E}" destId="{E542E084-4E4A-4BC1-97DF-B69D0575EBF6}" srcOrd="0" destOrd="0" parTransId="{AA41BAEB-B380-4558-B64C-B3E7B0814D15}" sibTransId="{3330EA5B-747B-4D2E-AD9B-815C60E21346}"/>
    <dgm:cxn modelId="{1622082A-EBD2-44B4-AB0A-5F70A88237C9}" type="presOf" srcId="{DBF6B0DD-C6D9-4C95-96D8-647779BB6F80}" destId="{E3F4916C-4E97-47E6-9076-BF90A5FF38C9}" srcOrd="0" destOrd="0" presId="urn:microsoft.com/office/officeart/2005/8/layout/vList2"/>
    <dgm:cxn modelId="{8F7A815B-5388-4C41-AC8E-1A6500D67F21}" type="presOf" srcId="{87BEF23E-9D43-4E1E-8D1D-6AB5FEBBD76A}" destId="{695AF5C7-3D2C-4350-9311-03AEDCF09B9A}" srcOrd="0" destOrd="0" presId="urn:microsoft.com/office/officeart/2005/8/layout/vList2"/>
    <dgm:cxn modelId="{36AE875F-594D-4AF7-8B9D-1D77C01B73E1}" srcId="{9041CE23-D01E-4314-B8F6-DF00EE87E27E}" destId="{476959B3-385D-4D7E-B983-CC4746557671}" srcOrd="3" destOrd="0" parTransId="{A4810B82-223E-4C4C-BDD0-5579AB661679}" sibTransId="{B2407B8A-9ED7-4BD2-AF58-543DF483B7C9}"/>
    <dgm:cxn modelId="{921C8959-9190-4347-A6AE-2FF554815237}" srcId="{87BEF23E-9D43-4E1E-8D1D-6AB5FEBBD76A}" destId="{DBF6B0DD-C6D9-4C95-96D8-647779BB6F80}" srcOrd="1" destOrd="0" parTransId="{7206779E-FB20-4674-8E95-E9DF284DBBAE}" sibTransId="{9E7C0405-3A4E-40EC-95C5-EC68DA48D436}"/>
    <dgm:cxn modelId="{87B19A79-EAD1-4954-A0D3-C49C0B173294}" srcId="{87BEF23E-9D43-4E1E-8D1D-6AB5FEBBD76A}" destId="{9041CE23-D01E-4314-B8F6-DF00EE87E27E}" srcOrd="0" destOrd="0" parTransId="{7518082A-58B3-4982-B4D0-F7EF08C02D4F}" sibTransId="{DFABE16C-D697-4743-B272-90609F19A293}"/>
    <dgm:cxn modelId="{D22C137A-98B8-48AF-93AF-2E30E32F93FE}" type="presOf" srcId="{E94BBD72-FCCB-4D62-AD1D-0A83AD1DF68C}" destId="{2BC90456-AC39-4BD8-AF93-69C569A0077A}" srcOrd="0" destOrd="1" presId="urn:microsoft.com/office/officeart/2005/8/layout/vList2"/>
    <dgm:cxn modelId="{98076B89-F9C3-4F14-A787-C4C47D57AC4B}" type="presOf" srcId="{E542E084-4E4A-4BC1-97DF-B69D0575EBF6}" destId="{2BC90456-AC39-4BD8-AF93-69C569A0077A}" srcOrd="0" destOrd="0" presId="urn:microsoft.com/office/officeart/2005/8/layout/vList2"/>
    <dgm:cxn modelId="{708DADA3-0A36-4F71-8697-B76ED961F8E5}" srcId="{9041CE23-D01E-4314-B8F6-DF00EE87E27E}" destId="{0EB5268D-29C4-48F8-BEF8-9942BA2B19D5}" srcOrd="2" destOrd="0" parTransId="{0F4D4CD3-B845-433A-A95B-F044D3E7133D}" sibTransId="{63270AB1-08EC-42DD-9BEC-136675914F9E}"/>
    <dgm:cxn modelId="{D6F218A7-E80F-406D-B1DD-2BE7AC7542B8}" type="presOf" srcId="{0EB5268D-29C4-48F8-BEF8-9942BA2B19D5}" destId="{2BC90456-AC39-4BD8-AF93-69C569A0077A}" srcOrd="0" destOrd="2" presId="urn:microsoft.com/office/officeart/2005/8/layout/vList2"/>
    <dgm:cxn modelId="{5B6D7CD2-1641-4F96-BEF1-4D5112FD0979}" type="presOf" srcId="{9041CE23-D01E-4314-B8F6-DF00EE87E27E}" destId="{D484C472-5AC8-4C20-9C22-AC8A3420B6E2}" srcOrd="0" destOrd="0" presId="urn:microsoft.com/office/officeart/2005/8/layout/vList2"/>
    <dgm:cxn modelId="{82BCCAD3-B058-4456-82E4-8F05048EDBC1}" type="presOf" srcId="{476959B3-385D-4D7E-B983-CC4746557671}" destId="{2BC90456-AC39-4BD8-AF93-69C569A0077A}" srcOrd="0" destOrd="3" presId="urn:microsoft.com/office/officeart/2005/8/layout/vList2"/>
    <dgm:cxn modelId="{1D5CE4DD-A3DC-4827-BF11-2A10BC464274}" srcId="{9041CE23-D01E-4314-B8F6-DF00EE87E27E}" destId="{E94BBD72-FCCB-4D62-AD1D-0A83AD1DF68C}" srcOrd="1" destOrd="0" parTransId="{87790A6A-D080-410D-8D86-1E3B7D7027D0}" sibTransId="{EAD86D75-61A3-477A-8BFB-28B695D812CA}"/>
    <dgm:cxn modelId="{7BE5FC5F-DE2D-453E-861A-1B4DBF1A7C60}" type="presParOf" srcId="{695AF5C7-3D2C-4350-9311-03AEDCF09B9A}" destId="{D484C472-5AC8-4C20-9C22-AC8A3420B6E2}" srcOrd="0" destOrd="0" presId="urn:microsoft.com/office/officeart/2005/8/layout/vList2"/>
    <dgm:cxn modelId="{CC58940F-6493-4CD3-845B-77BD4A25F3FA}" type="presParOf" srcId="{695AF5C7-3D2C-4350-9311-03AEDCF09B9A}" destId="{2BC90456-AC39-4BD8-AF93-69C569A0077A}" srcOrd="1" destOrd="0" presId="urn:microsoft.com/office/officeart/2005/8/layout/vList2"/>
    <dgm:cxn modelId="{CD751D38-58A9-4CC2-A6BE-FC6FA525DAA8}" type="presParOf" srcId="{695AF5C7-3D2C-4350-9311-03AEDCF09B9A}" destId="{E3F4916C-4E97-47E6-9076-BF90A5FF38C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CFE1D6-42FB-4179-8783-78EA162F8377}" type="doc">
      <dgm:prSet loTypeId="urn:microsoft.com/office/officeart/2005/8/layout/matrix3" loCatId="matrix" qsTypeId="urn:microsoft.com/office/officeart/2005/8/quickstyle/simple1#2" qsCatId="simple" csTypeId="urn:microsoft.com/office/officeart/2005/8/colors/accent0_3#1" csCatId="mainScheme"/>
      <dgm:spPr/>
      <dgm:t>
        <a:bodyPr/>
        <a:lstStyle/>
        <a:p>
          <a:endParaRPr lang="en-US"/>
        </a:p>
      </dgm:t>
    </dgm:pt>
    <dgm:pt modelId="{6CA87A70-8713-4311-854D-D98D54B1765D}">
      <dgm:prSet/>
      <dgm:spPr/>
      <dgm:t>
        <a:bodyPr/>
        <a:lstStyle/>
        <a:p>
          <a:r>
            <a:rPr lang="en-US" dirty="0"/>
            <a:t>Manual Startup Scripts (Migrations </a:t>
          </a:r>
          <a:r>
            <a:rPr lang="en-US" dirty="0" err="1"/>
            <a:t>etc</a:t>
          </a:r>
          <a:r>
            <a:rPr lang="en-US" dirty="0"/>
            <a:t>)</a:t>
          </a:r>
        </a:p>
      </dgm:t>
    </dgm:pt>
    <dgm:pt modelId="{89F807EA-E569-45C1-812D-DE6AEB718206}" type="parTrans" cxnId="{00487EE4-4C72-44E8-A4E6-631F42AADD66}">
      <dgm:prSet/>
      <dgm:spPr/>
      <dgm:t>
        <a:bodyPr/>
        <a:lstStyle/>
        <a:p>
          <a:endParaRPr lang="en-US"/>
        </a:p>
      </dgm:t>
    </dgm:pt>
    <dgm:pt modelId="{FD06E822-8120-417C-9746-6A091CF0EDA2}" type="sibTrans" cxnId="{00487EE4-4C72-44E8-A4E6-631F42AADD66}">
      <dgm:prSet/>
      <dgm:spPr/>
      <dgm:t>
        <a:bodyPr/>
        <a:lstStyle/>
        <a:p>
          <a:endParaRPr lang="en-US"/>
        </a:p>
      </dgm:t>
    </dgm:pt>
    <dgm:pt modelId="{7D3F92A5-D1E4-4E90-8169-E0281EEAF2DF}">
      <dgm:prSet/>
      <dgm:spPr/>
      <dgm:t>
        <a:bodyPr/>
        <a:lstStyle/>
        <a:p>
          <a:r>
            <a:rPr lang="en-US"/>
            <a:t>Dependency Confusion</a:t>
          </a:r>
        </a:p>
      </dgm:t>
    </dgm:pt>
    <dgm:pt modelId="{655EBA37-4688-48D4-AD75-FAF3E68E6970}" type="parTrans" cxnId="{019370AD-80BD-4413-96CC-415C14E9A21C}">
      <dgm:prSet/>
      <dgm:spPr/>
      <dgm:t>
        <a:bodyPr/>
        <a:lstStyle/>
        <a:p>
          <a:endParaRPr lang="en-US"/>
        </a:p>
      </dgm:t>
    </dgm:pt>
    <dgm:pt modelId="{90ECF712-EFC4-45FB-90A8-6D4CFEDE9FFD}" type="sibTrans" cxnId="{019370AD-80BD-4413-96CC-415C14E9A21C}">
      <dgm:prSet/>
      <dgm:spPr/>
      <dgm:t>
        <a:bodyPr/>
        <a:lstStyle/>
        <a:p>
          <a:endParaRPr lang="en-US"/>
        </a:p>
      </dgm:t>
    </dgm:pt>
    <dgm:pt modelId="{956781AF-9AF1-48A1-91E4-177CF56FE589}">
      <dgm:prSet/>
      <dgm:spPr/>
      <dgm:t>
        <a:bodyPr/>
        <a:lstStyle/>
        <a:p>
          <a:r>
            <a:rPr lang="en-US"/>
            <a:t>Environmental Drift</a:t>
          </a:r>
        </a:p>
      </dgm:t>
    </dgm:pt>
    <dgm:pt modelId="{183BE483-A431-48EE-89F0-23542489D813}" type="parTrans" cxnId="{A1EA092C-68D9-4493-A552-283F44C8865E}">
      <dgm:prSet/>
      <dgm:spPr/>
      <dgm:t>
        <a:bodyPr/>
        <a:lstStyle/>
        <a:p>
          <a:endParaRPr lang="en-US"/>
        </a:p>
      </dgm:t>
    </dgm:pt>
    <dgm:pt modelId="{AE234D40-5A41-4A33-AD31-7F038DC77102}" type="sibTrans" cxnId="{A1EA092C-68D9-4493-A552-283F44C8865E}">
      <dgm:prSet/>
      <dgm:spPr/>
      <dgm:t>
        <a:bodyPr/>
        <a:lstStyle/>
        <a:p>
          <a:endParaRPr lang="en-US"/>
        </a:p>
      </dgm:t>
    </dgm:pt>
    <dgm:pt modelId="{B8B6E3BF-F066-4971-BF29-9A701C749BC6}">
      <dgm:prSet/>
      <dgm:spPr/>
      <dgm:t>
        <a:bodyPr/>
        <a:lstStyle/>
        <a:p>
          <a:r>
            <a:rPr lang="en-US"/>
            <a:t>Diagnosing failures</a:t>
          </a:r>
        </a:p>
      </dgm:t>
    </dgm:pt>
    <dgm:pt modelId="{2EA18225-A5AB-45B0-B7D3-E24BF0C2F4A2}" type="parTrans" cxnId="{517CD91C-BDFA-47A1-AE6F-92D81E811E0F}">
      <dgm:prSet/>
      <dgm:spPr/>
      <dgm:t>
        <a:bodyPr/>
        <a:lstStyle/>
        <a:p>
          <a:endParaRPr lang="en-US"/>
        </a:p>
      </dgm:t>
    </dgm:pt>
    <dgm:pt modelId="{16BF3D18-06BB-4BBD-B813-1045D923DDD3}" type="sibTrans" cxnId="{517CD91C-BDFA-47A1-AE6F-92D81E811E0F}">
      <dgm:prSet/>
      <dgm:spPr/>
      <dgm:t>
        <a:bodyPr/>
        <a:lstStyle/>
        <a:p>
          <a:endParaRPr lang="en-US"/>
        </a:p>
      </dgm:t>
    </dgm:pt>
    <dgm:pt modelId="{A21C2E62-555D-478A-B243-F61B84691722}">
      <dgm:prSet/>
      <dgm:spPr/>
      <dgm:t>
        <a:bodyPr/>
        <a:lstStyle/>
        <a:p>
          <a:r>
            <a:rPr lang="en-US"/>
            <a:t>Not just of environments</a:t>
          </a:r>
        </a:p>
      </dgm:t>
    </dgm:pt>
    <dgm:pt modelId="{7B3C3E25-0858-4B5C-BB04-F2C9A5BF590D}" type="parTrans" cxnId="{48415FF9-08EA-442C-87B3-7AC7B0772A42}">
      <dgm:prSet/>
      <dgm:spPr/>
      <dgm:t>
        <a:bodyPr/>
        <a:lstStyle/>
        <a:p>
          <a:endParaRPr lang="en-US"/>
        </a:p>
      </dgm:t>
    </dgm:pt>
    <dgm:pt modelId="{9711F964-3FE3-4C29-841C-B8C6C1FBC9F0}" type="sibTrans" cxnId="{48415FF9-08EA-442C-87B3-7AC7B0772A42}">
      <dgm:prSet/>
      <dgm:spPr/>
      <dgm:t>
        <a:bodyPr/>
        <a:lstStyle/>
        <a:p>
          <a:endParaRPr lang="en-US"/>
        </a:p>
      </dgm:t>
    </dgm:pt>
    <dgm:pt modelId="{DBC6912C-69D4-42CB-8AB8-A5666453D35A}">
      <dgm:prSet/>
      <dgm:spPr/>
      <dgm:t>
        <a:bodyPr/>
        <a:lstStyle/>
        <a:p>
          <a:r>
            <a:rPr lang="en-US"/>
            <a:t>Code also!</a:t>
          </a:r>
        </a:p>
      </dgm:t>
    </dgm:pt>
    <dgm:pt modelId="{BC144078-F775-4F1F-9600-5E4478FAB4B2}" type="parTrans" cxnId="{A9F9B425-68C7-4C7C-9000-4CA4CD56E959}">
      <dgm:prSet/>
      <dgm:spPr/>
      <dgm:t>
        <a:bodyPr/>
        <a:lstStyle/>
        <a:p>
          <a:endParaRPr lang="en-US"/>
        </a:p>
      </dgm:t>
    </dgm:pt>
    <dgm:pt modelId="{4D844503-0FF8-4845-983E-51FB33D8960D}" type="sibTrans" cxnId="{A9F9B425-68C7-4C7C-9000-4CA4CD56E959}">
      <dgm:prSet/>
      <dgm:spPr/>
      <dgm:t>
        <a:bodyPr/>
        <a:lstStyle/>
        <a:p>
          <a:endParaRPr lang="en-US"/>
        </a:p>
      </dgm:t>
    </dgm:pt>
    <dgm:pt modelId="{F23DE590-E00D-4063-A260-71B181BEB13D}" type="pres">
      <dgm:prSet presAssocID="{29CFE1D6-42FB-4179-8783-78EA162F8377}" presName="matrix" presStyleCnt="0">
        <dgm:presLayoutVars>
          <dgm:chMax val="1"/>
          <dgm:dir/>
          <dgm:resizeHandles val="exact"/>
        </dgm:presLayoutVars>
      </dgm:prSet>
      <dgm:spPr/>
    </dgm:pt>
    <dgm:pt modelId="{227907C6-533A-49D1-9D02-EA9EDE8BA00B}" type="pres">
      <dgm:prSet presAssocID="{29CFE1D6-42FB-4179-8783-78EA162F8377}" presName="diamond" presStyleLbl="bgShp" presStyleIdx="0" presStyleCnt="1"/>
      <dgm:spPr/>
    </dgm:pt>
    <dgm:pt modelId="{392FE2E8-D8CA-4083-9387-B8FAC5DF2428}" type="pres">
      <dgm:prSet presAssocID="{29CFE1D6-42FB-4179-8783-78EA162F837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4125EF1-82E1-453E-92C9-2CB38440967B}" type="pres">
      <dgm:prSet presAssocID="{29CFE1D6-42FB-4179-8783-78EA162F837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E79E197-B662-41E9-BBC7-EC0A386E4338}" type="pres">
      <dgm:prSet presAssocID="{29CFE1D6-42FB-4179-8783-78EA162F837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0A1F6A6-6241-4484-A507-C84FD163D7A1}" type="pres">
      <dgm:prSet presAssocID="{29CFE1D6-42FB-4179-8783-78EA162F837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F19801B-3702-4D73-972F-0C7CD8037381}" type="presOf" srcId="{DBC6912C-69D4-42CB-8AB8-A5666453D35A}" destId="{F0A1F6A6-6241-4484-A507-C84FD163D7A1}" srcOrd="0" destOrd="2" presId="urn:microsoft.com/office/officeart/2005/8/layout/matrix3"/>
    <dgm:cxn modelId="{517CD91C-BDFA-47A1-AE6F-92D81E811E0F}" srcId="{29CFE1D6-42FB-4179-8783-78EA162F8377}" destId="{B8B6E3BF-F066-4971-BF29-9A701C749BC6}" srcOrd="3" destOrd="0" parTransId="{2EA18225-A5AB-45B0-B7D3-E24BF0C2F4A2}" sibTransId="{16BF3D18-06BB-4BBD-B813-1045D923DDD3}"/>
    <dgm:cxn modelId="{A9F9B425-68C7-4C7C-9000-4CA4CD56E959}" srcId="{B8B6E3BF-F066-4971-BF29-9A701C749BC6}" destId="{DBC6912C-69D4-42CB-8AB8-A5666453D35A}" srcOrd="1" destOrd="0" parTransId="{BC144078-F775-4F1F-9600-5E4478FAB4B2}" sibTransId="{4D844503-0FF8-4845-983E-51FB33D8960D}"/>
    <dgm:cxn modelId="{A1EA092C-68D9-4493-A552-283F44C8865E}" srcId="{29CFE1D6-42FB-4179-8783-78EA162F8377}" destId="{956781AF-9AF1-48A1-91E4-177CF56FE589}" srcOrd="2" destOrd="0" parTransId="{183BE483-A431-48EE-89F0-23542489D813}" sibTransId="{AE234D40-5A41-4A33-AD31-7F038DC77102}"/>
    <dgm:cxn modelId="{F6CA9C3A-DAF0-497D-BD7B-D0DBE6B3CCA7}" type="presOf" srcId="{B8B6E3BF-F066-4971-BF29-9A701C749BC6}" destId="{F0A1F6A6-6241-4484-A507-C84FD163D7A1}" srcOrd="0" destOrd="0" presId="urn:microsoft.com/office/officeart/2005/8/layout/matrix3"/>
    <dgm:cxn modelId="{80171858-2D71-4057-83B6-EAE19F5736B3}" type="presOf" srcId="{A21C2E62-555D-478A-B243-F61B84691722}" destId="{F0A1F6A6-6241-4484-A507-C84FD163D7A1}" srcOrd="0" destOrd="1" presId="urn:microsoft.com/office/officeart/2005/8/layout/matrix3"/>
    <dgm:cxn modelId="{1A5D5783-83F8-46B9-ABFF-A93F7B76B3D2}" type="presOf" srcId="{956781AF-9AF1-48A1-91E4-177CF56FE589}" destId="{CE79E197-B662-41E9-BBC7-EC0A386E4338}" srcOrd="0" destOrd="0" presId="urn:microsoft.com/office/officeart/2005/8/layout/matrix3"/>
    <dgm:cxn modelId="{019370AD-80BD-4413-96CC-415C14E9A21C}" srcId="{29CFE1D6-42FB-4179-8783-78EA162F8377}" destId="{7D3F92A5-D1E4-4E90-8169-E0281EEAF2DF}" srcOrd="1" destOrd="0" parTransId="{655EBA37-4688-48D4-AD75-FAF3E68E6970}" sibTransId="{90ECF712-EFC4-45FB-90A8-6D4CFEDE9FFD}"/>
    <dgm:cxn modelId="{DA77D0D0-A0D7-487C-A919-468AAB5D620A}" type="presOf" srcId="{7D3F92A5-D1E4-4E90-8169-E0281EEAF2DF}" destId="{84125EF1-82E1-453E-92C9-2CB38440967B}" srcOrd="0" destOrd="0" presId="urn:microsoft.com/office/officeart/2005/8/layout/matrix3"/>
    <dgm:cxn modelId="{00487EE4-4C72-44E8-A4E6-631F42AADD66}" srcId="{29CFE1D6-42FB-4179-8783-78EA162F8377}" destId="{6CA87A70-8713-4311-854D-D98D54B1765D}" srcOrd="0" destOrd="0" parTransId="{89F807EA-E569-45C1-812D-DE6AEB718206}" sibTransId="{FD06E822-8120-417C-9746-6A091CF0EDA2}"/>
    <dgm:cxn modelId="{8867EAEB-6A18-463A-9395-ED9DBE8B6259}" type="presOf" srcId="{6CA87A70-8713-4311-854D-D98D54B1765D}" destId="{392FE2E8-D8CA-4083-9387-B8FAC5DF2428}" srcOrd="0" destOrd="0" presId="urn:microsoft.com/office/officeart/2005/8/layout/matrix3"/>
    <dgm:cxn modelId="{EE1DA7EC-1CD7-4DC2-BE5C-79CD1FBC75AC}" type="presOf" srcId="{29CFE1D6-42FB-4179-8783-78EA162F8377}" destId="{F23DE590-E00D-4063-A260-71B181BEB13D}" srcOrd="0" destOrd="0" presId="urn:microsoft.com/office/officeart/2005/8/layout/matrix3"/>
    <dgm:cxn modelId="{48415FF9-08EA-442C-87B3-7AC7B0772A42}" srcId="{B8B6E3BF-F066-4971-BF29-9A701C749BC6}" destId="{A21C2E62-555D-478A-B243-F61B84691722}" srcOrd="0" destOrd="0" parTransId="{7B3C3E25-0858-4B5C-BB04-F2C9A5BF590D}" sibTransId="{9711F964-3FE3-4C29-841C-B8C6C1FBC9F0}"/>
    <dgm:cxn modelId="{4C353C14-7530-4359-BA97-CAD32875AEDD}" type="presParOf" srcId="{F23DE590-E00D-4063-A260-71B181BEB13D}" destId="{227907C6-533A-49D1-9D02-EA9EDE8BA00B}" srcOrd="0" destOrd="0" presId="urn:microsoft.com/office/officeart/2005/8/layout/matrix3"/>
    <dgm:cxn modelId="{C455251B-FD71-436F-8057-993E732BF8B6}" type="presParOf" srcId="{F23DE590-E00D-4063-A260-71B181BEB13D}" destId="{392FE2E8-D8CA-4083-9387-B8FAC5DF2428}" srcOrd="1" destOrd="0" presId="urn:microsoft.com/office/officeart/2005/8/layout/matrix3"/>
    <dgm:cxn modelId="{9120E8BB-452F-4A8F-874A-9FC2FCCF3603}" type="presParOf" srcId="{F23DE590-E00D-4063-A260-71B181BEB13D}" destId="{84125EF1-82E1-453E-92C9-2CB38440967B}" srcOrd="2" destOrd="0" presId="urn:microsoft.com/office/officeart/2005/8/layout/matrix3"/>
    <dgm:cxn modelId="{1E4A3EAE-7350-4A09-A655-A530917EA9D1}" type="presParOf" srcId="{F23DE590-E00D-4063-A260-71B181BEB13D}" destId="{CE79E197-B662-41E9-BBC7-EC0A386E4338}" srcOrd="3" destOrd="0" presId="urn:microsoft.com/office/officeart/2005/8/layout/matrix3"/>
    <dgm:cxn modelId="{D81841D7-7556-4D2D-9539-A43847BE4D87}" type="presParOf" srcId="{F23DE590-E00D-4063-A260-71B181BEB13D}" destId="{F0A1F6A6-6241-4484-A507-C84FD163D7A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B7B126-BC5C-41B1-B575-27B5BB5BC8C2}" type="doc">
      <dgm:prSet loTypeId="urn:microsoft.com/office/officeart/2018/5/layout/IconCircleLabelList" loCatId="icon" qsTypeId="urn:microsoft.com/office/officeart/2005/8/quickstyle/simple1#3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5C1B883-CF14-4E07-BCDB-6669454F5C6C}">
      <dgm:prSet/>
      <dgm:spPr/>
      <dgm:t>
        <a:bodyPr/>
        <a:lstStyle/>
        <a:p>
          <a:pPr>
            <a:defRPr cap="all"/>
          </a:pPr>
          <a:r>
            <a:rPr lang="en-US"/>
            <a:t>Central Orecstration Project</a:t>
          </a:r>
        </a:p>
      </dgm:t>
    </dgm:pt>
    <dgm:pt modelId="{75F1F66B-A534-457A-A2D0-3999D3E4FFC4}" type="parTrans" cxnId="{DA4A2DF0-C3EF-437D-B96E-F67D30B94764}">
      <dgm:prSet/>
      <dgm:spPr/>
      <dgm:t>
        <a:bodyPr/>
        <a:lstStyle/>
        <a:p>
          <a:endParaRPr lang="en-US"/>
        </a:p>
      </dgm:t>
    </dgm:pt>
    <dgm:pt modelId="{813AEA7F-000E-4D5C-B67C-2C4749878711}" type="sibTrans" cxnId="{DA4A2DF0-C3EF-437D-B96E-F67D30B94764}">
      <dgm:prSet/>
      <dgm:spPr/>
      <dgm:t>
        <a:bodyPr/>
        <a:lstStyle/>
        <a:p>
          <a:endParaRPr lang="en-US"/>
        </a:p>
      </dgm:t>
    </dgm:pt>
    <dgm:pt modelId="{72DE2B43-767C-4353-9987-B0D0CFFA7CCD}">
      <dgm:prSet/>
      <dgm:spPr/>
      <dgm:t>
        <a:bodyPr/>
        <a:lstStyle/>
        <a:p>
          <a:pPr>
            <a:defRPr cap="all"/>
          </a:pPr>
          <a:r>
            <a:rPr lang="en-US"/>
            <a:t>Defined all services &amp; dependencies</a:t>
          </a:r>
        </a:p>
      </dgm:t>
    </dgm:pt>
    <dgm:pt modelId="{BC4CBF60-65A0-4E19-AB69-E802B82FCFF6}" type="parTrans" cxnId="{10DFAD12-2B30-4CDC-B84F-F11ADCE3175B}">
      <dgm:prSet/>
      <dgm:spPr/>
      <dgm:t>
        <a:bodyPr/>
        <a:lstStyle/>
        <a:p>
          <a:endParaRPr lang="en-US"/>
        </a:p>
      </dgm:t>
    </dgm:pt>
    <dgm:pt modelId="{1918630C-1423-4925-935C-DC93AE30D4A8}" type="sibTrans" cxnId="{10DFAD12-2B30-4CDC-B84F-F11ADCE3175B}">
      <dgm:prSet/>
      <dgm:spPr/>
      <dgm:t>
        <a:bodyPr/>
        <a:lstStyle/>
        <a:p>
          <a:endParaRPr lang="en-US"/>
        </a:p>
      </dgm:t>
    </dgm:pt>
    <dgm:pt modelId="{C61AC467-C8E2-436A-B41F-351BA2BD9DB0}">
      <dgm:prSet/>
      <dgm:spPr/>
      <dgm:t>
        <a:bodyPr/>
        <a:lstStyle/>
        <a:p>
          <a:pPr>
            <a:defRPr cap="all"/>
          </a:pPr>
          <a:r>
            <a:rPr lang="en-US"/>
            <a:t>Entry point for running the system (Your Startup project)</a:t>
          </a:r>
        </a:p>
      </dgm:t>
    </dgm:pt>
    <dgm:pt modelId="{10A369AF-8C52-4DD0-B4D1-EF705B559F3A}" type="parTrans" cxnId="{4C267763-AF65-4CFA-9955-FFB14DCD482A}">
      <dgm:prSet/>
      <dgm:spPr/>
      <dgm:t>
        <a:bodyPr/>
        <a:lstStyle/>
        <a:p>
          <a:endParaRPr lang="en-US"/>
        </a:p>
      </dgm:t>
    </dgm:pt>
    <dgm:pt modelId="{36D18B5D-64B4-4F1B-AD7A-E07BB1199929}" type="sibTrans" cxnId="{4C267763-AF65-4CFA-9955-FFB14DCD482A}">
      <dgm:prSet/>
      <dgm:spPr/>
      <dgm:t>
        <a:bodyPr/>
        <a:lstStyle/>
        <a:p>
          <a:endParaRPr lang="en-US"/>
        </a:p>
      </dgm:t>
    </dgm:pt>
    <dgm:pt modelId="{CE0656C3-F127-4C3E-9736-5599608229DD}" type="pres">
      <dgm:prSet presAssocID="{FDB7B126-BC5C-41B1-B575-27B5BB5BC8C2}" presName="root" presStyleCnt="0">
        <dgm:presLayoutVars>
          <dgm:dir/>
          <dgm:resizeHandles val="exact"/>
        </dgm:presLayoutVars>
      </dgm:prSet>
      <dgm:spPr/>
    </dgm:pt>
    <dgm:pt modelId="{D154AD38-E3BC-4382-AF14-A995DCAFA805}" type="pres">
      <dgm:prSet presAssocID="{C5C1B883-CF14-4E07-BCDB-6669454F5C6C}" presName="compNode" presStyleCnt="0"/>
      <dgm:spPr/>
    </dgm:pt>
    <dgm:pt modelId="{300C0DF2-142E-4874-903E-0E69A12A81D1}" type="pres">
      <dgm:prSet presAssocID="{C5C1B883-CF14-4E07-BCDB-6669454F5C6C}" presName="iconBgRect" presStyleLbl="bgShp" presStyleIdx="0" presStyleCnt="3"/>
      <dgm:spPr/>
    </dgm:pt>
    <dgm:pt modelId="{23AB5C7D-8A48-4865-BFA6-26CDAA44DF5C}" type="pres">
      <dgm:prSet presAssocID="{C5C1B883-CF14-4E07-BCDB-6669454F5C6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72F7CB7-A3AF-4732-9E01-DCF770BF39D8}" type="pres">
      <dgm:prSet presAssocID="{C5C1B883-CF14-4E07-BCDB-6669454F5C6C}" presName="spaceRect" presStyleCnt="0"/>
      <dgm:spPr/>
    </dgm:pt>
    <dgm:pt modelId="{5A1E8752-78B7-4AFE-A853-2DB7E68499E9}" type="pres">
      <dgm:prSet presAssocID="{C5C1B883-CF14-4E07-BCDB-6669454F5C6C}" presName="textRect" presStyleLbl="revTx" presStyleIdx="0" presStyleCnt="3">
        <dgm:presLayoutVars>
          <dgm:chMax val="1"/>
          <dgm:chPref val="1"/>
        </dgm:presLayoutVars>
      </dgm:prSet>
      <dgm:spPr/>
    </dgm:pt>
    <dgm:pt modelId="{5502C8E2-5AD3-44AB-ACDE-BB0F317A327E}" type="pres">
      <dgm:prSet presAssocID="{813AEA7F-000E-4D5C-B67C-2C4749878711}" presName="sibTrans" presStyleCnt="0"/>
      <dgm:spPr/>
    </dgm:pt>
    <dgm:pt modelId="{7ACD381A-8FBA-4046-A7CA-7906F72C91D9}" type="pres">
      <dgm:prSet presAssocID="{72DE2B43-767C-4353-9987-B0D0CFFA7CCD}" presName="compNode" presStyleCnt="0"/>
      <dgm:spPr/>
    </dgm:pt>
    <dgm:pt modelId="{99AA0A90-9F81-49E5-ACB5-3D2FC261CA58}" type="pres">
      <dgm:prSet presAssocID="{72DE2B43-767C-4353-9987-B0D0CFFA7CCD}" presName="iconBgRect" presStyleLbl="bgShp" presStyleIdx="1" presStyleCnt="3"/>
      <dgm:spPr/>
    </dgm:pt>
    <dgm:pt modelId="{212B97A3-77EB-4203-9023-1881DF287D16}" type="pres">
      <dgm:prSet presAssocID="{72DE2B43-767C-4353-9987-B0D0CFFA7CC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EB9934E-B123-4EBD-AB14-C62F20BA79D0}" type="pres">
      <dgm:prSet presAssocID="{72DE2B43-767C-4353-9987-B0D0CFFA7CCD}" presName="spaceRect" presStyleCnt="0"/>
      <dgm:spPr/>
    </dgm:pt>
    <dgm:pt modelId="{B69A1466-1DC7-4BDA-842A-62E670546EFB}" type="pres">
      <dgm:prSet presAssocID="{72DE2B43-767C-4353-9987-B0D0CFFA7CCD}" presName="textRect" presStyleLbl="revTx" presStyleIdx="1" presStyleCnt="3">
        <dgm:presLayoutVars>
          <dgm:chMax val="1"/>
          <dgm:chPref val="1"/>
        </dgm:presLayoutVars>
      </dgm:prSet>
      <dgm:spPr/>
    </dgm:pt>
    <dgm:pt modelId="{6962D158-2B6D-45DE-A2ED-B3315E853659}" type="pres">
      <dgm:prSet presAssocID="{1918630C-1423-4925-935C-DC93AE30D4A8}" presName="sibTrans" presStyleCnt="0"/>
      <dgm:spPr/>
    </dgm:pt>
    <dgm:pt modelId="{494BD6E4-F4BB-4860-8DD1-34671F937B81}" type="pres">
      <dgm:prSet presAssocID="{C61AC467-C8E2-436A-B41F-351BA2BD9DB0}" presName="compNode" presStyleCnt="0"/>
      <dgm:spPr/>
    </dgm:pt>
    <dgm:pt modelId="{8D785DF4-1C47-4080-9FCA-C66E28B47B70}" type="pres">
      <dgm:prSet presAssocID="{C61AC467-C8E2-436A-B41F-351BA2BD9DB0}" presName="iconBgRect" presStyleLbl="bgShp" presStyleIdx="2" presStyleCnt="3"/>
      <dgm:spPr/>
    </dgm:pt>
    <dgm:pt modelId="{0A71B8BA-5724-4721-AAAC-FF07D9743866}" type="pres">
      <dgm:prSet presAssocID="{C61AC467-C8E2-436A-B41F-351BA2BD9DB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4D22E332-4A0C-4788-9BBB-3BC5FE29C096}" type="pres">
      <dgm:prSet presAssocID="{C61AC467-C8E2-436A-B41F-351BA2BD9DB0}" presName="spaceRect" presStyleCnt="0"/>
      <dgm:spPr/>
    </dgm:pt>
    <dgm:pt modelId="{2AD85EDF-D840-4D6C-AA21-1BD8FEDAAD18}" type="pres">
      <dgm:prSet presAssocID="{C61AC467-C8E2-436A-B41F-351BA2BD9DB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0DFAD12-2B30-4CDC-B84F-F11ADCE3175B}" srcId="{FDB7B126-BC5C-41B1-B575-27B5BB5BC8C2}" destId="{72DE2B43-767C-4353-9987-B0D0CFFA7CCD}" srcOrd="1" destOrd="0" parTransId="{BC4CBF60-65A0-4E19-AB69-E802B82FCFF6}" sibTransId="{1918630C-1423-4925-935C-DC93AE30D4A8}"/>
    <dgm:cxn modelId="{4C267763-AF65-4CFA-9955-FFB14DCD482A}" srcId="{FDB7B126-BC5C-41B1-B575-27B5BB5BC8C2}" destId="{C61AC467-C8E2-436A-B41F-351BA2BD9DB0}" srcOrd="2" destOrd="0" parTransId="{10A369AF-8C52-4DD0-B4D1-EF705B559F3A}" sibTransId="{36D18B5D-64B4-4F1B-AD7A-E07BB1199929}"/>
    <dgm:cxn modelId="{FC302757-2E60-44C7-B745-52D36AF63575}" type="presOf" srcId="{FDB7B126-BC5C-41B1-B575-27B5BB5BC8C2}" destId="{CE0656C3-F127-4C3E-9736-5599608229DD}" srcOrd="0" destOrd="0" presId="urn:microsoft.com/office/officeart/2018/5/layout/IconCircleLabelList"/>
    <dgm:cxn modelId="{03E34885-42AC-46A8-A82C-F852BE1B99FB}" type="presOf" srcId="{C5C1B883-CF14-4E07-BCDB-6669454F5C6C}" destId="{5A1E8752-78B7-4AFE-A853-2DB7E68499E9}" srcOrd="0" destOrd="0" presId="urn:microsoft.com/office/officeart/2018/5/layout/IconCircleLabelList"/>
    <dgm:cxn modelId="{EBADDAB6-0DC3-42A8-8D9E-B278F03975F3}" type="presOf" srcId="{C61AC467-C8E2-436A-B41F-351BA2BD9DB0}" destId="{2AD85EDF-D840-4D6C-AA21-1BD8FEDAAD18}" srcOrd="0" destOrd="0" presId="urn:microsoft.com/office/officeart/2018/5/layout/IconCircleLabelList"/>
    <dgm:cxn modelId="{C795B3CF-D5CA-4BD0-BDE2-B51F060E5D34}" type="presOf" srcId="{72DE2B43-767C-4353-9987-B0D0CFFA7CCD}" destId="{B69A1466-1DC7-4BDA-842A-62E670546EFB}" srcOrd="0" destOrd="0" presId="urn:microsoft.com/office/officeart/2018/5/layout/IconCircleLabelList"/>
    <dgm:cxn modelId="{DA4A2DF0-C3EF-437D-B96E-F67D30B94764}" srcId="{FDB7B126-BC5C-41B1-B575-27B5BB5BC8C2}" destId="{C5C1B883-CF14-4E07-BCDB-6669454F5C6C}" srcOrd="0" destOrd="0" parTransId="{75F1F66B-A534-457A-A2D0-3999D3E4FFC4}" sibTransId="{813AEA7F-000E-4D5C-B67C-2C4749878711}"/>
    <dgm:cxn modelId="{270821D8-3100-4532-951B-ADBE141A2792}" type="presParOf" srcId="{CE0656C3-F127-4C3E-9736-5599608229DD}" destId="{D154AD38-E3BC-4382-AF14-A995DCAFA805}" srcOrd="0" destOrd="0" presId="urn:microsoft.com/office/officeart/2018/5/layout/IconCircleLabelList"/>
    <dgm:cxn modelId="{B8DA2D10-BCFD-45C5-9FBB-42E9AE83DC8F}" type="presParOf" srcId="{D154AD38-E3BC-4382-AF14-A995DCAFA805}" destId="{300C0DF2-142E-4874-903E-0E69A12A81D1}" srcOrd="0" destOrd="0" presId="urn:microsoft.com/office/officeart/2018/5/layout/IconCircleLabelList"/>
    <dgm:cxn modelId="{2999065D-A645-4194-9094-E75BC6BDCA33}" type="presParOf" srcId="{D154AD38-E3BC-4382-AF14-A995DCAFA805}" destId="{23AB5C7D-8A48-4865-BFA6-26CDAA44DF5C}" srcOrd="1" destOrd="0" presId="urn:microsoft.com/office/officeart/2018/5/layout/IconCircleLabelList"/>
    <dgm:cxn modelId="{FE526B7B-475B-4AED-931F-EC10CB36E9C5}" type="presParOf" srcId="{D154AD38-E3BC-4382-AF14-A995DCAFA805}" destId="{672F7CB7-A3AF-4732-9E01-DCF770BF39D8}" srcOrd="2" destOrd="0" presId="urn:microsoft.com/office/officeart/2018/5/layout/IconCircleLabelList"/>
    <dgm:cxn modelId="{F8685A9B-F135-462F-B435-86741CF91601}" type="presParOf" srcId="{D154AD38-E3BC-4382-AF14-A995DCAFA805}" destId="{5A1E8752-78B7-4AFE-A853-2DB7E68499E9}" srcOrd="3" destOrd="0" presId="urn:microsoft.com/office/officeart/2018/5/layout/IconCircleLabelList"/>
    <dgm:cxn modelId="{B6BF961A-A4A3-45FD-A172-8B1D26E86966}" type="presParOf" srcId="{CE0656C3-F127-4C3E-9736-5599608229DD}" destId="{5502C8E2-5AD3-44AB-ACDE-BB0F317A327E}" srcOrd="1" destOrd="0" presId="urn:microsoft.com/office/officeart/2018/5/layout/IconCircleLabelList"/>
    <dgm:cxn modelId="{093B7E4C-CBF1-49A6-B4AA-7BB6B51D0429}" type="presParOf" srcId="{CE0656C3-F127-4C3E-9736-5599608229DD}" destId="{7ACD381A-8FBA-4046-A7CA-7906F72C91D9}" srcOrd="2" destOrd="0" presId="urn:microsoft.com/office/officeart/2018/5/layout/IconCircleLabelList"/>
    <dgm:cxn modelId="{69F9E73A-BE16-491F-8939-D6E2E9320F8A}" type="presParOf" srcId="{7ACD381A-8FBA-4046-A7CA-7906F72C91D9}" destId="{99AA0A90-9F81-49E5-ACB5-3D2FC261CA58}" srcOrd="0" destOrd="0" presId="urn:microsoft.com/office/officeart/2018/5/layout/IconCircleLabelList"/>
    <dgm:cxn modelId="{6A080054-5284-4DF1-8BCB-1151FB991867}" type="presParOf" srcId="{7ACD381A-8FBA-4046-A7CA-7906F72C91D9}" destId="{212B97A3-77EB-4203-9023-1881DF287D16}" srcOrd="1" destOrd="0" presId="urn:microsoft.com/office/officeart/2018/5/layout/IconCircleLabelList"/>
    <dgm:cxn modelId="{D7928414-4F69-4CA5-B2BA-B3B567050C06}" type="presParOf" srcId="{7ACD381A-8FBA-4046-A7CA-7906F72C91D9}" destId="{3EB9934E-B123-4EBD-AB14-C62F20BA79D0}" srcOrd="2" destOrd="0" presId="urn:microsoft.com/office/officeart/2018/5/layout/IconCircleLabelList"/>
    <dgm:cxn modelId="{F31EBB6E-3EBC-4688-8B5E-E07C08511CDC}" type="presParOf" srcId="{7ACD381A-8FBA-4046-A7CA-7906F72C91D9}" destId="{B69A1466-1DC7-4BDA-842A-62E670546EFB}" srcOrd="3" destOrd="0" presId="urn:microsoft.com/office/officeart/2018/5/layout/IconCircleLabelList"/>
    <dgm:cxn modelId="{8321D535-784B-4F0D-818C-B717E48DC26D}" type="presParOf" srcId="{CE0656C3-F127-4C3E-9736-5599608229DD}" destId="{6962D158-2B6D-45DE-A2ED-B3315E853659}" srcOrd="3" destOrd="0" presId="urn:microsoft.com/office/officeart/2018/5/layout/IconCircleLabelList"/>
    <dgm:cxn modelId="{71CD8961-A2E1-4890-86CA-D25FFA7565B7}" type="presParOf" srcId="{CE0656C3-F127-4C3E-9736-5599608229DD}" destId="{494BD6E4-F4BB-4860-8DD1-34671F937B81}" srcOrd="4" destOrd="0" presId="urn:microsoft.com/office/officeart/2018/5/layout/IconCircleLabelList"/>
    <dgm:cxn modelId="{DEA716D6-B336-474A-B40F-C37A140F3C60}" type="presParOf" srcId="{494BD6E4-F4BB-4860-8DD1-34671F937B81}" destId="{8D785DF4-1C47-4080-9FCA-C66E28B47B70}" srcOrd="0" destOrd="0" presId="urn:microsoft.com/office/officeart/2018/5/layout/IconCircleLabelList"/>
    <dgm:cxn modelId="{08B06806-65AC-43D7-8632-C704BFFECBD8}" type="presParOf" srcId="{494BD6E4-F4BB-4860-8DD1-34671F937B81}" destId="{0A71B8BA-5724-4721-AAAC-FF07D9743866}" srcOrd="1" destOrd="0" presId="urn:microsoft.com/office/officeart/2018/5/layout/IconCircleLabelList"/>
    <dgm:cxn modelId="{27B02640-A2B2-4BEA-94EC-75199B6A9B8D}" type="presParOf" srcId="{494BD6E4-F4BB-4860-8DD1-34671F937B81}" destId="{4D22E332-4A0C-4788-9BBB-3BC5FE29C096}" srcOrd="2" destOrd="0" presId="urn:microsoft.com/office/officeart/2018/5/layout/IconCircleLabelList"/>
    <dgm:cxn modelId="{C5A7C085-14F2-47FF-A2B2-9DE5D1CDEBC3}" type="presParOf" srcId="{494BD6E4-F4BB-4860-8DD1-34671F937B81}" destId="{2AD85EDF-D840-4D6C-AA21-1BD8FEDAAD1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028934-01D8-4B42-AF6D-243909422989}" type="doc">
      <dgm:prSet loTypeId="urn:microsoft.com/office/officeart/2005/8/layout/vList2" loCatId="list" qsTypeId="urn:microsoft.com/office/officeart/2005/8/quickstyle/simple1#4" qsCatId="simple" csTypeId="urn:microsoft.com/office/officeart/2005/8/colors/colorful5#2" csCatId="colorful"/>
      <dgm:spPr/>
      <dgm:t>
        <a:bodyPr/>
        <a:lstStyle/>
        <a:p>
          <a:endParaRPr lang="en-US"/>
        </a:p>
      </dgm:t>
    </dgm:pt>
    <dgm:pt modelId="{813CBC59-0D81-43DA-BB31-696865D585A4}">
      <dgm:prSet/>
      <dgm:spPr/>
      <dgm:t>
        <a:bodyPr/>
        <a:lstStyle/>
        <a:p>
          <a:r>
            <a:rPr lang="en-US" dirty="0"/>
            <a:t>Preconfigured best practices</a:t>
          </a:r>
        </a:p>
      </dgm:t>
    </dgm:pt>
    <dgm:pt modelId="{BA9B2F6C-A24F-422F-A522-AB4B5542BA26}" type="parTrans" cxnId="{CDDAE03B-E7A5-432A-ABBB-EEEC8C9F2D45}">
      <dgm:prSet/>
      <dgm:spPr/>
      <dgm:t>
        <a:bodyPr/>
        <a:lstStyle/>
        <a:p>
          <a:endParaRPr lang="en-US"/>
        </a:p>
      </dgm:t>
    </dgm:pt>
    <dgm:pt modelId="{537035BB-1565-4ECE-BD75-68A8BC070597}" type="sibTrans" cxnId="{CDDAE03B-E7A5-432A-ABBB-EEEC8C9F2D45}">
      <dgm:prSet/>
      <dgm:spPr/>
      <dgm:t>
        <a:bodyPr/>
        <a:lstStyle/>
        <a:p>
          <a:endParaRPr lang="en-US"/>
        </a:p>
      </dgm:t>
    </dgm:pt>
    <dgm:pt modelId="{8164D4A1-9B8A-4219-A6B1-8C5F91528963}">
      <dgm:prSet/>
      <dgm:spPr/>
      <dgm:t>
        <a:bodyPr/>
        <a:lstStyle/>
        <a:p>
          <a:r>
            <a:rPr lang="en-US"/>
            <a:t>Logging, retries, telemetry included</a:t>
          </a:r>
        </a:p>
      </dgm:t>
    </dgm:pt>
    <dgm:pt modelId="{A67E13CF-8833-4EA6-8EFF-A8F7FD4A35A0}" type="parTrans" cxnId="{56B98A93-B454-41A6-BB55-79410B378009}">
      <dgm:prSet/>
      <dgm:spPr/>
      <dgm:t>
        <a:bodyPr/>
        <a:lstStyle/>
        <a:p>
          <a:endParaRPr lang="en-US"/>
        </a:p>
      </dgm:t>
    </dgm:pt>
    <dgm:pt modelId="{2F24F7C2-EC56-4095-AACF-611A9B72EC01}" type="sibTrans" cxnId="{56B98A93-B454-41A6-BB55-79410B378009}">
      <dgm:prSet/>
      <dgm:spPr/>
      <dgm:t>
        <a:bodyPr/>
        <a:lstStyle/>
        <a:p>
          <a:endParaRPr lang="en-US"/>
        </a:p>
      </dgm:t>
    </dgm:pt>
    <dgm:pt modelId="{FE0F2647-C53A-4340-B121-6AB54B1DD6C4}">
      <dgm:prSet/>
      <dgm:spPr/>
      <dgm:t>
        <a:bodyPr/>
        <a:lstStyle/>
        <a:p>
          <a:r>
            <a:rPr lang="en-US"/>
            <a:t>Centralized/reduced boilerplate</a:t>
          </a:r>
        </a:p>
      </dgm:t>
    </dgm:pt>
    <dgm:pt modelId="{E7D2BC62-104F-43EA-84E9-4890E4BA9A29}" type="parTrans" cxnId="{1D465496-39BE-409A-BFDC-9DE2BB4DC784}">
      <dgm:prSet/>
      <dgm:spPr/>
      <dgm:t>
        <a:bodyPr/>
        <a:lstStyle/>
        <a:p>
          <a:endParaRPr lang="en-US"/>
        </a:p>
      </dgm:t>
    </dgm:pt>
    <dgm:pt modelId="{2204635E-E804-4116-BC18-EA996C202999}" type="sibTrans" cxnId="{1D465496-39BE-409A-BFDC-9DE2BB4DC784}">
      <dgm:prSet/>
      <dgm:spPr/>
      <dgm:t>
        <a:bodyPr/>
        <a:lstStyle/>
        <a:p>
          <a:endParaRPr lang="en-US"/>
        </a:p>
      </dgm:t>
    </dgm:pt>
    <dgm:pt modelId="{FACB79D0-014F-4D05-9377-BF72E6B71CE3}">
      <dgm:prSet/>
      <dgm:spPr/>
      <dgm:t>
        <a:bodyPr/>
        <a:lstStyle/>
        <a:p>
          <a:r>
            <a:rPr lang="en-US"/>
            <a:t>MAUI Projects – You have a Special One!</a:t>
          </a:r>
        </a:p>
      </dgm:t>
    </dgm:pt>
    <dgm:pt modelId="{C0053006-E729-4FD5-B439-182737D5CB47}" type="parTrans" cxnId="{D84DE998-FE9C-44D6-8771-0357C9795254}">
      <dgm:prSet/>
      <dgm:spPr/>
      <dgm:t>
        <a:bodyPr/>
        <a:lstStyle/>
        <a:p>
          <a:endParaRPr lang="en-US"/>
        </a:p>
      </dgm:t>
    </dgm:pt>
    <dgm:pt modelId="{C33CFD32-F862-4169-8CDE-1682588A3CC3}" type="sibTrans" cxnId="{D84DE998-FE9C-44D6-8771-0357C9795254}">
      <dgm:prSet/>
      <dgm:spPr/>
      <dgm:t>
        <a:bodyPr/>
        <a:lstStyle/>
        <a:p>
          <a:endParaRPr lang="en-US"/>
        </a:p>
      </dgm:t>
    </dgm:pt>
    <dgm:pt modelId="{0040A627-20F1-4519-B6AD-C820455F6E1B}" type="pres">
      <dgm:prSet presAssocID="{FB028934-01D8-4B42-AF6D-243909422989}" presName="linear" presStyleCnt="0">
        <dgm:presLayoutVars>
          <dgm:animLvl val="lvl"/>
          <dgm:resizeHandles val="exact"/>
        </dgm:presLayoutVars>
      </dgm:prSet>
      <dgm:spPr/>
    </dgm:pt>
    <dgm:pt modelId="{D6CEE63D-6510-40FE-9411-F8E0C40F4973}" type="pres">
      <dgm:prSet presAssocID="{813CBC59-0D81-43DA-BB31-696865D585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6897CBB-4515-464F-8651-72DF8DA26368}" type="pres">
      <dgm:prSet presAssocID="{537035BB-1565-4ECE-BD75-68A8BC070597}" presName="spacer" presStyleCnt="0"/>
      <dgm:spPr/>
    </dgm:pt>
    <dgm:pt modelId="{72637B02-C988-4310-8108-9B042C831599}" type="pres">
      <dgm:prSet presAssocID="{8164D4A1-9B8A-4219-A6B1-8C5F9152896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E8146AD-E0D3-426B-B8D5-2DB2C7A21966}" type="pres">
      <dgm:prSet presAssocID="{2F24F7C2-EC56-4095-AACF-611A9B72EC01}" presName="spacer" presStyleCnt="0"/>
      <dgm:spPr/>
    </dgm:pt>
    <dgm:pt modelId="{6A756535-4AF5-49C8-9CDC-84A199FE73A2}" type="pres">
      <dgm:prSet presAssocID="{FE0F2647-C53A-4340-B121-6AB54B1DD6C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6643A3D-D172-459D-9E62-123680B26969}" type="pres">
      <dgm:prSet presAssocID="{2204635E-E804-4116-BC18-EA996C202999}" presName="spacer" presStyleCnt="0"/>
      <dgm:spPr/>
    </dgm:pt>
    <dgm:pt modelId="{DAFFFA05-DBB7-4BB1-98AC-76F65F4AC140}" type="pres">
      <dgm:prSet presAssocID="{FACB79D0-014F-4D05-9377-BF72E6B71CE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286D600-C87E-4E8B-9F14-692F72DD8148}" type="presOf" srcId="{813CBC59-0D81-43DA-BB31-696865D585A4}" destId="{D6CEE63D-6510-40FE-9411-F8E0C40F4973}" srcOrd="0" destOrd="0" presId="urn:microsoft.com/office/officeart/2005/8/layout/vList2"/>
    <dgm:cxn modelId="{F8F42925-98E9-45BC-9E24-BD593D7E4BA2}" type="presOf" srcId="{FE0F2647-C53A-4340-B121-6AB54B1DD6C4}" destId="{6A756535-4AF5-49C8-9CDC-84A199FE73A2}" srcOrd="0" destOrd="0" presId="urn:microsoft.com/office/officeart/2005/8/layout/vList2"/>
    <dgm:cxn modelId="{CDDAE03B-E7A5-432A-ABBB-EEEC8C9F2D45}" srcId="{FB028934-01D8-4B42-AF6D-243909422989}" destId="{813CBC59-0D81-43DA-BB31-696865D585A4}" srcOrd="0" destOrd="0" parTransId="{BA9B2F6C-A24F-422F-A522-AB4B5542BA26}" sibTransId="{537035BB-1565-4ECE-BD75-68A8BC070597}"/>
    <dgm:cxn modelId="{FC93AD44-8788-4150-84D8-58E998D4D5A1}" type="presOf" srcId="{FB028934-01D8-4B42-AF6D-243909422989}" destId="{0040A627-20F1-4519-B6AD-C820455F6E1B}" srcOrd="0" destOrd="0" presId="urn:microsoft.com/office/officeart/2005/8/layout/vList2"/>
    <dgm:cxn modelId="{A94C0150-B5A2-4D5F-9FF8-DD254E0086BC}" type="presOf" srcId="{8164D4A1-9B8A-4219-A6B1-8C5F91528963}" destId="{72637B02-C988-4310-8108-9B042C831599}" srcOrd="0" destOrd="0" presId="urn:microsoft.com/office/officeart/2005/8/layout/vList2"/>
    <dgm:cxn modelId="{CD79D189-3F1F-469A-BD6D-2D95765A32A8}" type="presOf" srcId="{FACB79D0-014F-4D05-9377-BF72E6B71CE3}" destId="{DAFFFA05-DBB7-4BB1-98AC-76F65F4AC140}" srcOrd="0" destOrd="0" presId="urn:microsoft.com/office/officeart/2005/8/layout/vList2"/>
    <dgm:cxn modelId="{56B98A93-B454-41A6-BB55-79410B378009}" srcId="{FB028934-01D8-4B42-AF6D-243909422989}" destId="{8164D4A1-9B8A-4219-A6B1-8C5F91528963}" srcOrd="1" destOrd="0" parTransId="{A67E13CF-8833-4EA6-8EFF-A8F7FD4A35A0}" sibTransId="{2F24F7C2-EC56-4095-AACF-611A9B72EC01}"/>
    <dgm:cxn modelId="{1D465496-39BE-409A-BFDC-9DE2BB4DC784}" srcId="{FB028934-01D8-4B42-AF6D-243909422989}" destId="{FE0F2647-C53A-4340-B121-6AB54B1DD6C4}" srcOrd="2" destOrd="0" parTransId="{E7D2BC62-104F-43EA-84E9-4890E4BA9A29}" sibTransId="{2204635E-E804-4116-BC18-EA996C202999}"/>
    <dgm:cxn modelId="{D84DE998-FE9C-44D6-8771-0357C9795254}" srcId="{FB028934-01D8-4B42-AF6D-243909422989}" destId="{FACB79D0-014F-4D05-9377-BF72E6B71CE3}" srcOrd="3" destOrd="0" parTransId="{C0053006-E729-4FD5-B439-182737D5CB47}" sibTransId="{C33CFD32-F862-4169-8CDE-1682588A3CC3}"/>
    <dgm:cxn modelId="{91EB536E-6187-481F-8B52-389B561B865D}" type="presParOf" srcId="{0040A627-20F1-4519-B6AD-C820455F6E1B}" destId="{D6CEE63D-6510-40FE-9411-F8E0C40F4973}" srcOrd="0" destOrd="0" presId="urn:microsoft.com/office/officeart/2005/8/layout/vList2"/>
    <dgm:cxn modelId="{773B447E-D01F-4FCF-9E73-B43E454D1DF2}" type="presParOf" srcId="{0040A627-20F1-4519-B6AD-C820455F6E1B}" destId="{A6897CBB-4515-464F-8651-72DF8DA26368}" srcOrd="1" destOrd="0" presId="urn:microsoft.com/office/officeart/2005/8/layout/vList2"/>
    <dgm:cxn modelId="{44D723E2-6FF6-41EF-BF5C-68B1182674FC}" type="presParOf" srcId="{0040A627-20F1-4519-B6AD-C820455F6E1B}" destId="{72637B02-C988-4310-8108-9B042C831599}" srcOrd="2" destOrd="0" presId="urn:microsoft.com/office/officeart/2005/8/layout/vList2"/>
    <dgm:cxn modelId="{2B6AD53E-6810-4A3C-8595-A75AFFB5112F}" type="presParOf" srcId="{0040A627-20F1-4519-B6AD-C820455F6E1B}" destId="{DE8146AD-E0D3-426B-B8D5-2DB2C7A21966}" srcOrd="3" destOrd="0" presId="urn:microsoft.com/office/officeart/2005/8/layout/vList2"/>
    <dgm:cxn modelId="{040845FC-016F-4375-9F69-DCF4E84D78D6}" type="presParOf" srcId="{0040A627-20F1-4519-B6AD-C820455F6E1B}" destId="{6A756535-4AF5-49C8-9CDC-84A199FE73A2}" srcOrd="4" destOrd="0" presId="urn:microsoft.com/office/officeart/2005/8/layout/vList2"/>
    <dgm:cxn modelId="{7ECB2F73-9B4C-45F2-ACF5-7DCD19F0D421}" type="presParOf" srcId="{0040A627-20F1-4519-B6AD-C820455F6E1B}" destId="{D6643A3D-D172-459D-9E62-123680B26969}" srcOrd="5" destOrd="0" presId="urn:microsoft.com/office/officeart/2005/8/layout/vList2"/>
    <dgm:cxn modelId="{1BB9324A-6C2C-422F-99C3-AA57B7FA93ED}" type="presParOf" srcId="{0040A627-20F1-4519-B6AD-C820455F6E1B}" destId="{DAFFFA05-DBB7-4BB1-98AC-76F65F4AC1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AE0615A-5A9C-4C46-9D45-ECFDFA119444}" type="doc">
      <dgm:prSet loTypeId="urn:microsoft.com/office/officeart/2005/8/layout/vList2" loCatId="list" qsTypeId="urn:microsoft.com/office/officeart/2005/8/quickstyle/simple1#5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52DBADBF-993B-4CF7-9DC4-661A5F7DA4FD}">
      <dgm:prSet/>
      <dgm:spPr/>
      <dgm:t>
        <a:bodyPr/>
        <a:lstStyle/>
        <a:p>
          <a:r>
            <a:rPr lang="en-US" dirty="0"/>
            <a:t>You can easily add this to an existing project, use the templates as examples</a:t>
          </a:r>
        </a:p>
      </dgm:t>
    </dgm:pt>
    <dgm:pt modelId="{E42EBF2A-4304-47A0-A78F-14E4366E3908}" type="parTrans" cxnId="{1F2B95DD-6852-4B0E-AEFC-D5431199CC19}">
      <dgm:prSet/>
      <dgm:spPr/>
      <dgm:t>
        <a:bodyPr/>
        <a:lstStyle/>
        <a:p>
          <a:endParaRPr lang="en-US"/>
        </a:p>
      </dgm:t>
    </dgm:pt>
    <dgm:pt modelId="{7BE7A442-4314-40C3-9A70-C7FAD027EA36}" type="sibTrans" cxnId="{1F2B95DD-6852-4B0E-AEFC-D5431199CC19}">
      <dgm:prSet/>
      <dgm:spPr/>
      <dgm:t>
        <a:bodyPr/>
        <a:lstStyle/>
        <a:p>
          <a:endParaRPr lang="en-US"/>
        </a:p>
      </dgm:t>
    </dgm:pt>
    <dgm:pt modelId="{8BE8D82D-9F9C-41F7-9D6F-7B807EF205CD}">
      <dgm:prSet/>
      <dgm:spPr/>
      <dgm:t>
        <a:bodyPr/>
        <a:lstStyle/>
        <a:p>
          <a:r>
            <a:rPr lang="en-US"/>
            <a:t>Can do incremental changes</a:t>
          </a:r>
        </a:p>
      </dgm:t>
    </dgm:pt>
    <dgm:pt modelId="{9C5A1260-A3CA-432E-8D88-504FA83DEA95}" type="parTrans" cxnId="{6ADB25DC-DA82-4565-8F9C-AC7265ED8392}">
      <dgm:prSet/>
      <dgm:spPr/>
      <dgm:t>
        <a:bodyPr/>
        <a:lstStyle/>
        <a:p>
          <a:endParaRPr lang="en-US"/>
        </a:p>
      </dgm:t>
    </dgm:pt>
    <dgm:pt modelId="{B12A2842-4C41-4F41-B955-0FD3EF6486B4}" type="sibTrans" cxnId="{6ADB25DC-DA82-4565-8F9C-AC7265ED8392}">
      <dgm:prSet/>
      <dgm:spPr/>
      <dgm:t>
        <a:bodyPr/>
        <a:lstStyle/>
        <a:p>
          <a:endParaRPr lang="en-US"/>
        </a:p>
      </dgm:t>
    </dgm:pt>
    <dgm:pt modelId="{98B34A38-C152-4182-864C-25561D9220D4}">
      <dgm:prSet/>
      <dgm:spPr/>
      <dgm:t>
        <a:bodyPr/>
        <a:lstStyle/>
        <a:p>
          <a:r>
            <a:rPr lang="en-US"/>
            <a:t>Aspire is a DEVELOPMENT time paradigm, and your production environments should be untouched.</a:t>
          </a:r>
        </a:p>
      </dgm:t>
    </dgm:pt>
    <dgm:pt modelId="{D010BEC3-C110-49FD-B752-26DBA3634FF4}" type="parTrans" cxnId="{653DD656-841A-4737-80A5-FF2A2B6C0E65}">
      <dgm:prSet/>
      <dgm:spPr/>
      <dgm:t>
        <a:bodyPr/>
        <a:lstStyle/>
        <a:p>
          <a:endParaRPr lang="en-US"/>
        </a:p>
      </dgm:t>
    </dgm:pt>
    <dgm:pt modelId="{EE910951-6397-4E93-8E0B-1A1053A992DF}" type="sibTrans" cxnId="{653DD656-841A-4737-80A5-FF2A2B6C0E65}">
      <dgm:prSet/>
      <dgm:spPr/>
      <dgm:t>
        <a:bodyPr/>
        <a:lstStyle/>
        <a:p>
          <a:endParaRPr lang="en-US"/>
        </a:p>
      </dgm:t>
    </dgm:pt>
    <dgm:pt modelId="{3729F581-5D93-45F4-8E2A-D3C51E2AED0C}" type="pres">
      <dgm:prSet presAssocID="{BAE0615A-5A9C-4C46-9D45-ECFDFA119444}" presName="linear" presStyleCnt="0">
        <dgm:presLayoutVars>
          <dgm:animLvl val="lvl"/>
          <dgm:resizeHandles val="exact"/>
        </dgm:presLayoutVars>
      </dgm:prSet>
      <dgm:spPr/>
    </dgm:pt>
    <dgm:pt modelId="{D24E8EE7-4CF9-4313-AD15-526FEF22C1D4}" type="pres">
      <dgm:prSet presAssocID="{52DBADBF-993B-4CF7-9DC4-661A5F7DA4F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0D6765-9316-4D0A-9278-B07A0F201ED7}" type="pres">
      <dgm:prSet presAssocID="{7BE7A442-4314-40C3-9A70-C7FAD027EA36}" presName="spacer" presStyleCnt="0"/>
      <dgm:spPr/>
    </dgm:pt>
    <dgm:pt modelId="{D31C005B-E65D-4815-B85E-DCD266004B01}" type="pres">
      <dgm:prSet presAssocID="{8BE8D82D-9F9C-41F7-9D6F-7B807EF205C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63F4CE-6A9D-46C5-A99F-9666EFAB7C46}" type="pres">
      <dgm:prSet presAssocID="{B12A2842-4C41-4F41-B955-0FD3EF6486B4}" presName="spacer" presStyleCnt="0"/>
      <dgm:spPr/>
    </dgm:pt>
    <dgm:pt modelId="{DB4D8953-0858-45C5-83BA-45E3BAF81025}" type="pres">
      <dgm:prSet presAssocID="{98B34A38-C152-4182-864C-25561D9220D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53DD656-841A-4737-80A5-FF2A2B6C0E65}" srcId="{BAE0615A-5A9C-4C46-9D45-ECFDFA119444}" destId="{98B34A38-C152-4182-864C-25561D9220D4}" srcOrd="2" destOrd="0" parTransId="{D010BEC3-C110-49FD-B752-26DBA3634FF4}" sibTransId="{EE910951-6397-4E93-8E0B-1A1053A992DF}"/>
    <dgm:cxn modelId="{070CF99F-90DC-4178-AF0D-E94D8002633A}" type="presOf" srcId="{8BE8D82D-9F9C-41F7-9D6F-7B807EF205CD}" destId="{D31C005B-E65D-4815-B85E-DCD266004B01}" srcOrd="0" destOrd="0" presId="urn:microsoft.com/office/officeart/2005/8/layout/vList2"/>
    <dgm:cxn modelId="{F46571A5-F232-47CD-BEBF-319980D65A40}" type="presOf" srcId="{BAE0615A-5A9C-4C46-9D45-ECFDFA119444}" destId="{3729F581-5D93-45F4-8E2A-D3C51E2AED0C}" srcOrd="0" destOrd="0" presId="urn:microsoft.com/office/officeart/2005/8/layout/vList2"/>
    <dgm:cxn modelId="{F8777AC8-E055-4FCC-BC62-F0AF9251FD89}" type="presOf" srcId="{52DBADBF-993B-4CF7-9DC4-661A5F7DA4FD}" destId="{D24E8EE7-4CF9-4313-AD15-526FEF22C1D4}" srcOrd="0" destOrd="0" presId="urn:microsoft.com/office/officeart/2005/8/layout/vList2"/>
    <dgm:cxn modelId="{6ADB25DC-DA82-4565-8F9C-AC7265ED8392}" srcId="{BAE0615A-5A9C-4C46-9D45-ECFDFA119444}" destId="{8BE8D82D-9F9C-41F7-9D6F-7B807EF205CD}" srcOrd="1" destOrd="0" parTransId="{9C5A1260-A3CA-432E-8D88-504FA83DEA95}" sibTransId="{B12A2842-4C41-4F41-B955-0FD3EF6486B4}"/>
    <dgm:cxn modelId="{1F2B95DD-6852-4B0E-AEFC-D5431199CC19}" srcId="{BAE0615A-5A9C-4C46-9D45-ECFDFA119444}" destId="{52DBADBF-993B-4CF7-9DC4-661A5F7DA4FD}" srcOrd="0" destOrd="0" parTransId="{E42EBF2A-4304-47A0-A78F-14E4366E3908}" sibTransId="{7BE7A442-4314-40C3-9A70-C7FAD027EA36}"/>
    <dgm:cxn modelId="{A40AA3F1-ACB2-4C42-942E-EBA9B0C0E079}" type="presOf" srcId="{98B34A38-C152-4182-864C-25561D9220D4}" destId="{DB4D8953-0858-45C5-83BA-45E3BAF81025}" srcOrd="0" destOrd="0" presId="urn:microsoft.com/office/officeart/2005/8/layout/vList2"/>
    <dgm:cxn modelId="{BA060BF5-D1DB-4E78-9369-3B111FC3B6F2}" type="presParOf" srcId="{3729F581-5D93-45F4-8E2A-D3C51E2AED0C}" destId="{D24E8EE7-4CF9-4313-AD15-526FEF22C1D4}" srcOrd="0" destOrd="0" presId="urn:microsoft.com/office/officeart/2005/8/layout/vList2"/>
    <dgm:cxn modelId="{F1BE6B1B-A415-4DE4-AD69-146008BAAAA5}" type="presParOf" srcId="{3729F581-5D93-45F4-8E2A-D3C51E2AED0C}" destId="{880D6765-9316-4D0A-9278-B07A0F201ED7}" srcOrd="1" destOrd="0" presId="urn:microsoft.com/office/officeart/2005/8/layout/vList2"/>
    <dgm:cxn modelId="{986A305E-4927-426A-8914-A4A3BA1C05C6}" type="presParOf" srcId="{3729F581-5D93-45F4-8E2A-D3C51E2AED0C}" destId="{D31C005B-E65D-4815-B85E-DCD266004B01}" srcOrd="2" destOrd="0" presId="urn:microsoft.com/office/officeart/2005/8/layout/vList2"/>
    <dgm:cxn modelId="{D951EF82-1179-43AE-B6EC-10F6B2AE8760}" type="presParOf" srcId="{3729F581-5D93-45F4-8E2A-D3C51E2AED0C}" destId="{5E63F4CE-6A9D-46C5-A99F-9666EFAB7C46}" srcOrd="3" destOrd="0" presId="urn:microsoft.com/office/officeart/2005/8/layout/vList2"/>
    <dgm:cxn modelId="{1ABE0436-A5FB-4779-A94E-AA059DE14A5C}" type="presParOf" srcId="{3729F581-5D93-45F4-8E2A-D3C51E2AED0C}" destId="{DB4D8953-0858-45C5-83BA-45E3BAF8102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17E212D-73AE-44EB-B0C0-7B4EE715DDFA}" type="doc">
      <dgm:prSet loTypeId="urn:microsoft.com/office/officeart/2016/7/layout/BasicLinearProcessNumbered" loCatId="process" qsTypeId="urn:microsoft.com/office/officeart/2005/8/quickstyle/simple4#1" qsCatId="simple" csTypeId="urn:microsoft.com/office/officeart/2005/8/colors/colorful2#2" csCatId="colorful"/>
      <dgm:spPr/>
      <dgm:t>
        <a:bodyPr/>
        <a:lstStyle/>
        <a:p>
          <a:endParaRPr lang="en-US"/>
        </a:p>
      </dgm:t>
    </dgm:pt>
    <dgm:pt modelId="{DAF86BB6-8D40-4BF8-847E-901C46EA6B91}">
      <dgm:prSet/>
      <dgm:spPr/>
      <dgm:t>
        <a:bodyPr/>
        <a:lstStyle/>
        <a:p>
          <a:r>
            <a:rPr lang="en-US"/>
            <a:t>Ensure VS Fully updated</a:t>
          </a:r>
        </a:p>
      </dgm:t>
    </dgm:pt>
    <dgm:pt modelId="{FDF03B29-11ED-4147-B10C-D9F8134289D6}" type="parTrans" cxnId="{37374FB5-F883-4663-833D-32E09B866F6E}">
      <dgm:prSet/>
      <dgm:spPr/>
      <dgm:t>
        <a:bodyPr/>
        <a:lstStyle/>
        <a:p>
          <a:endParaRPr lang="en-US"/>
        </a:p>
      </dgm:t>
    </dgm:pt>
    <dgm:pt modelId="{381369E4-24C6-4367-9745-A4DC0368021D}" type="sibTrans" cxnId="{37374FB5-F883-4663-833D-32E09B866F6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C8D4F9A-A5F3-4012-AC02-25E50729D90D}">
      <dgm:prSet/>
      <dgm:spPr/>
      <dgm:t>
        <a:bodyPr/>
        <a:lstStyle/>
        <a:p>
          <a:r>
            <a:rPr lang="en-US"/>
            <a:t>Install the aspire SDK</a:t>
          </a:r>
        </a:p>
      </dgm:t>
    </dgm:pt>
    <dgm:pt modelId="{A911FFEE-3834-4CE4-990B-C31F250AB6C0}" type="parTrans" cxnId="{FC8B5303-2B8B-4CB9-89E9-896BA70A68A0}">
      <dgm:prSet/>
      <dgm:spPr/>
      <dgm:t>
        <a:bodyPr/>
        <a:lstStyle/>
        <a:p>
          <a:endParaRPr lang="en-US"/>
        </a:p>
      </dgm:t>
    </dgm:pt>
    <dgm:pt modelId="{A86660C7-B8D6-4992-B6EF-863319572D24}" type="sibTrans" cxnId="{FC8B5303-2B8B-4CB9-89E9-896BA70A68A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9FFFE12-923F-4BF5-8BBC-63A92FA9FC78}">
      <dgm:prSet/>
      <dgm:spPr/>
      <dgm:t>
        <a:bodyPr/>
        <a:lstStyle/>
        <a:p>
          <a:r>
            <a:rPr lang="en-US"/>
            <a:t>Install Docker (If needing SQL Stuff, etc)</a:t>
          </a:r>
        </a:p>
      </dgm:t>
    </dgm:pt>
    <dgm:pt modelId="{9A0635F2-39E5-4F79-8778-9A5D6810F8FD}" type="parTrans" cxnId="{A598C58E-131C-41FC-9E1E-76C80462DA39}">
      <dgm:prSet/>
      <dgm:spPr/>
      <dgm:t>
        <a:bodyPr/>
        <a:lstStyle/>
        <a:p>
          <a:endParaRPr lang="en-US"/>
        </a:p>
      </dgm:t>
    </dgm:pt>
    <dgm:pt modelId="{DE957D5F-34A2-453A-86EF-A6E8B0DC4C22}" type="sibTrans" cxnId="{A598C58E-131C-41FC-9E1E-76C80462DA3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011D065-4052-4BCD-9A81-F8855E04B428}" type="pres">
      <dgm:prSet presAssocID="{D17E212D-73AE-44EB-B0C0-7B4EE715DDFA}" presName="Name0" presStyleCnt="0">
        <dgm:presLayoutVars>
          <dgm:animLvl val="lvl"/>
          <dgm:resizeHandles val="exact"/>
        </dgm:presLayoutVars>
      </dgm:prSet>
      <dgm:spPr/>
    </dgm:pt>
    <dgm:pt modelId="{BAB0E608-DA71-40ED-9434-16E024648D2C}" type="pres">
      <dgm:prSet presAssocID="{DAF86BB6-8D40-4BF8-847E-901C46EA6B91}" presName="compositeNode" presStyleCnt="0">
        <dgm:presLayoutVars>
          <dgm:bulletEnabled val="1"/>
        </dgm:presLayoutVars>
      </dgm:prSet>
      <dgm:spPr/>
    </dgm:pt>
    <dgm:pt modelId="{E3CF0C44-D4F3-462C-8AA1-1EB02C75BA17}" type="pres">
      <dgm:prSet presAssocID="{DAF86BB6-8D40-4BF8-847E-901C46EA6B91}" presName="bgRect" presStyleLbl="bgAccFollowNode1" presStyleIdx="0" presStyleCnt="3"/>
      <dgm:spPr/>
    </dgm:pt>
    <dgm:pt modelId="{05C39B60-161C-4779-8FAC-09C8F575A610}" type="pres">
      <dgm:prSet presAssocID="{381369E4-24C6-4367-9745-A4DC0368021D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E2BB168D-3645-47D2-BE70-66067997E213}" type="pres">
      <dgm:prSet presAssocID="{DAF86BB6-8D40-4BF8-847E-901C46EA6B91}" presName="bottomLine" presStyleLbl="alignNode1" presStyleIdx="1" presStyleCnt="6">
        <dgm:presLayoutVars/>
      </dgm:prSet>
      <dgm:spPr/>
    </dgm:pt>
    <dgm:pt modelId="{029C36FB-2F65-465D-8D22-44D0CCD19506}" type="pres">
      <dgm:prSet presAssocID="{DAF86BB6-8D40-4BF8-847E-901C46EA6B91}" presName="nodeText" presStyleLbl="bgAccFollowNode1" presStyleIdx="0" presStyleCnt="3">
        <dgm:presLayoutVars>
          <dgm:bulletEnabled val="1"/>
        </dgm:presLayoutVars>
      </dgm:prSet>
      <dgm:spPr/>
    </dgm:pt>
    <dgm:pt modelId="{1178EE86-FAAE-426E-BC09-AB9B2C381F2A}" type="pres">
      <dgm:prSet presAssocID="{381369E4-24C6-4367-9745-A4DC0368021D}" presName="sibTrans" presStyleCnt="0"/>
      <dgm:spPr/>
    </dgm:pt>
    <dgm:pt modelId="{CBF24F9D-ADBA-49F5-AAA4-82ABDC26923C}" type="pres">
      <dgm:prSet presAssocID="{8C8D4F9A-A5F3-4012-AC02-25E50729D90D}" presName="compositeNode" presStyleCnt="0">
        <dgm:presLayoutVars>
          <dgm:bulletEnabled val="1"/>
        </dgm:presLayoutVars>
      </dgm:prSet>
      <dgm:spPr/>
    </dgm:pt>
    <dgm:pt modelId="{2034F0D2-73BA-4A01-BB40-174CD03FE945}" type="pres">
      <dgm:prSet presAssocID="{8C8D4F9A-A5F3-4012-AC02-25E50729D90D}" presName="bgRect" presStyleLbl="bgAccFollowNode1" presStyleIdx="1" presStyleCnt="3"/>
      <dgm:spPr/>
    </dgm:pt>
    <dgm:pt modelId="{0A76CDA2-440D-42D3-A991-F4F08F596ADB}" type="pres">
      <dgm:prSet presAssocID="{A86660C7-B8D6-4992-B6EF-863319572D24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9E8EB73D-1476-4DB3-8CE4-4A20ED9228F7}" type="pres">
      <dgm:prSet presAssocID="{8C8D4F9A-A5F3-4012-AC02-25E50729D90D}" presName="bottomLine" presStyleLbl="alignNode1" presStyleIdx="3" presStyleCnt="6">
        <dgm:presLayoutVars/>
      </dgm:prSet>
      <dgm:spPr/>
    </dgm:pt>
    <dgm:pt modelId="{FE7B959B-EC76-499A-B13F-86884A5E5963}" type="pres">
      <dgm:prSet presAssocID="{8C8D4F9A-A5F3-4012-AC02-25E50729D90D}" presName="nodeText" presStyleLbl="bgAccFollowNode1" presStyleIdx="1" presStyleCnt="3">
        <dgm:presLayoutVars>
          <dgm:bulletEnabled val="1"/>
        </dgm:presLayoutVars>
      </dgm:prSet>
      <dgm:spPr/>
    </dgm:pt>
    <dgm:pt modelId="{A05AEA2E-CCCC-4373-A3C6-C17CC73E7CB1}" type="pres">
      <dgm:prSet presAssocID="{A86660C7-B8D6-4992-B6EF-863319572D24}" presName="sibTrans" presStyleCnt="0"/>
      <dgm:spPr/>
    </dgm:pt>
    <dgm:pt modelId="{39021C6C-F8CC-4782-AD01-2135B5640607}" type="pres">
      <dgm:prSet presAssocID="{F9FFFE12-923F-4BF5-8BBC-63A92FA9FC78}" presName="compositeNode" presStyleCnt="0">
        <dgm:presLayoutVars>
          <dgm:bulletEnabled val="1"/>
        </dgm:presLayoutVars>
      </dgm:prSet>
      <dgm:spPr/>
    </dgm:pt>
    <dgm:pt modelId="{9D58BDDD-F08C-4416-913A-E9D9B642D835}" type="pres">
      <dgm:prSet presAssocID="{F9FFFE12-923F-4BF5-8BBC-63A92FA9FC78}" presName="bgRect" presStyleLbl="bgAccFollowNode1" presStyleIdx="2" presStyleCnt="3"/>
      <dgm:spPr/>
    </dgm:pt>
    <dgm:pt modelId="{DBC0FA1B-61AB-48B5-9ECB-026909823A81}" type="pres">
      <dgm:prSet presAssocID="{DE957D5F-34A2-453A-86EF-A6E8B0DC4C22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D30EE146-FFF5-4C26-B649-7AFF1C9E80B8}" type="pres">
      <dgm:prSet presAssocID="{F9FFFE12-923F-4BF5-8BBC-63A92FA9FC78}" presName="bottomLine" presStyleLbl="alignNode1" presStyleIdx="5" presStyleCnt="6">
        <dgm:presLayoutVars/>
      </dgm:prSet>
      <dgm:spPr/>
    </dgm:pt>
    <dgm:pt modelId="{9C350D65-12E1-4897-81DD-560D4C735364}" type="pres">
      <dgm:prSet presAssocID="{F9FFFE12-923F-4BF5-8BBC-63A92FA9FC78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FC8B5303-2B8B-4CB9-89E9-896BA70A68A0}" srcId="{D17E212D-73AE-44EB-B0C0-7B4EE715DDFA}" destId="{8C8D4F9A-A5F3-4012-AC02-25E50729D90D}" srcOrd="1" destOrd="0" parTransId="{A911FFEE-3834-4CE4-990B-C31F250AB6C0}" sibTransId="{A86660C7-B8D6-4992-B6EF-863319572D24}"/>
    <dgm:cxn modelId="{3AC73B15-98C1-4884-B177-505224759F0D}" type="presOf" srcId="{F9FFFE12-923F-4BF5-8BBC-63A92FA9FC78}" destId="{9C350D65-12E1-4897-81DD-560D4C735364}" srcOrd="1" destOrd="0" presId="urn:microsoft.com/office/officeart/2016/7/layout/BasicLinearProcessNumbered"/>
    <dgm:cxn modelId="{6260D720-B5C8-4FF2-BA50-1F40012F6702}" type="presOf" srcId="{A86660C7-B8D6-4992-B6EF-863319572D24}" destId="{0A76CDA2-440D-42D3-A991-F4F08F596ADB}" srcOrd="0" destOrd="0" presId="urn:microsoft.com/office/officeart/2016/7/layout/BasicLinearProcessNumbered"/>
    <dgm:cxn modelId="{0BBFE925-7226-48EE-8F77-22509DD316FC}" type="presOf" srcId="{DAF86BB6-8D40-4BF8-847E-901C46EA6B91}" destId="{029C36FB-2F65-465D-8D22-44D0CCD19506}" srcOrd="1" destOrd="0" presId="urn:microsoft.com/office/officeart/2016/7/layout/BasicLinearProcessNumbered"/>
    <dgm:cxn modelId="{93F0CC29-8F2A-4286-99C0-BDC9E3657403}" type="presOf" srcId="{8C8D4F9A-A5F3-4012-AC02-25E50729D90D}" destId="{2034F0D2-73BA-4A01-BB40-174CD03FE945}" srcOrd="0" destOrd="0" presId="urn:microsoft.com/office/officeart/2016/7/layout/BasicLinearProcessNumbered"/>
    <dgm:cxn modelId="{D9762673-C59B-4C8B-AC95-0CA30C840348}" type="presOf" srcId="{DAF86BB6-8D40-4BF8-847E-901C46EA6B91}" destId="{E3CF0C44-D4F3-462C-8AA1-1EB02C75BA17}" srcOrd="0" destOrd="0" presId="urn:microsoft.com/office/officeart/2016/7/layout/BasicLinearProcessNumbered"/>
    <dgm:cxn modelId="{5BB9A975-1481-4C9D-B7AD-1634ABF7AD90}" type="presOf" srcId="{F9FFFE12-923F-4BF5-8BBC-63A92FA9FC78}" destId="{9D58BDDD-F08C-4416-913A-E9D9B642D835}" srcOrd="0" destOrd="0" presId="urn:microsoft.com/office/officeart/2016/7/layout/BasicLinearProcessNumbered"/>
    <dgm:cxn modelId="{BCE75757-3D64-40E5-9CD9-8397D968DE6C}" type="presOf" srcId="{381369E4-24C6-4367-9745-A4DC0368021D}" destId="{05C39B60-161C-4779-8FAC-09C8F575A610}" srcOrd="0" destOrd="0" presId="urn:microsoft.com/office/officeart/2016/7/layout/BasicLinearProcessNumbered"/>
    <dgm:cxn modelId="{A598C58E-131C-41FC-9E1E-76C80462DA39}" srcId="{D17E212D-73AE-44EB-B0C0-7B4EE715DDFA}" destId="{F9FFFE12-923F-4BF5-8BBC-63A92FA9FC78}" srcOrd="2" destOrd="0" parTransId="{9A0635F2-39E5-4F79-8778-9A5D6810F8FD}" sibTransId="{DE957D5F-34A2-453A-86EF-A6E8B0DC4C22}"/>
    <dgm:cxn modelId="{37374FB5-F883-4663-833D-32E09B866F6E}" srcId="{D17E212D-73AE-44EB-B0C0-7B4EE715DDFA}" destId="{DAF86BB6-8D40-4BF8-847E-901C46EA6B91}" srcOrd="0" destOrd="0" parTransId="{FDF03B29-11ED-4147-B10C-D9F8134289D6}" sibTransId="{381369E4-24C6-4367-9745-A4DC0368021D}"/>
    <dgm:cxn modelId="{126E73C7-87C8-4D17-BAAF-D8A03134325C}" type="presOf" srcId="{DE957D5F-34A2-453A-86EF-A6E8B0DC4C22}" destId="{DBC0FA1B-61AB-48B5-9ECB-026909823A81}" srcOrd="0" destOrd="0" presId="urn:microsoft.com/office/officeart/2016/7/layout/BasicLinearProcessNumbered"/>
    <dgm:cxn modelId="{97B401D0-D6C3-4617-859D-349963C9869F}" type="presOf" srcId="{D17E212D-73AE-44EB-B0C0-7B4EE715DDFA}" destId="{6011D065-4052-4BCD-9A81-F8855E04B428}" srcOrd="0" destOrd="0" presId="urn:microsoft.com/office/officeart/2016/7/layout/BasicLinearProcessNumbered"/>
    <dgm:cxn modelId="{97E15CF2-9500-4B73-9B4A-C32DC09C3D2F}" type="presOf" srcId="{8C8D4F9A-A5F3-4012-AC02-25E50729D90D}" destId="{FE7B959B-EC76-499A-B13F-86884A5E5963}" srcOrd="1" destOrd="0" presId="urn:microsoft.com/office/officeart/2016/7/layout/BasicLinearProcessNumbered"/>
    <dgm:cxn modelId="{90F1E73B-D0DA-46F5-8B1B-06529BD8F07E}" type="presParOf" srcId="{6011D065-4052-4BCD-9A81-F8855E04B428}" destId="{BAB0E608-DA71-40ED-9434-16E024648D2C}" srcOrd="0" destOrd="0" presId="urn:microsoft.com/office/officeart/2016/7/layout/BasicLinearProcessNumbered"/>
    <dgm:cxn modelId="{715FF423-9D2C-4019-9CB6-1B957206737C}" type="presParOf" srcId="{BAB0E608-DA71-40ED-9434-16E024648D2C}" destId="{E3CF0C44-D4F3-462C-8AA1-1EB02C75BA17}" srcOrd="0" destOrd="0" presId="urn:microsoft.com/office/officeart/2016/7/layout/BasicLinearProcessNumbered"/>
    <dgm:cxn modelId="{6C7ED81A-A2AC-4048-888F-A14AAE9568CE}" type="presParOf" srcId="{BAB0E608-DA71-40ED-9434-16E024648D2C}" destId="{05C39B60-161C-4779-8FAC-09C8F575A610}" srcOrd="1" destOrd="0" presId="urn:microsoft.com/office/officeart/2016/7/layout/BasicLinearProcessNumbered"/>
    <dgm:cxn modelId="{BC6B38B7-C471-42B6-810F-D7C25887871F}" type="presParOf" srcId="{BAB0E608-DA71-40ED-9434-16E024648D2C}" destId="{E2BB168D-3645-47D2-BE70-66067997E213}" srcOrd="2" destOrd="0" presId="urn:microsoft.com/office/officeart/2016/7/layout/BasicLinearProcessNumbered"/>
    <dgm:cxn modelId="{BE5539A9-4B21-4C17-8CB5-4788AE589758}" type="presParOf" srcId="{BAB0E608-DA71-40ED-9434-16E024648D2C}" destId="{029C36FB-2F65-465D-8D22-44D0CCD19506}" srcOrd="3" destOrd="0" presId="urn:microsoft.com/office/officeart/2016/7/layout/BasicLinearProcessNumbered"/>
    <dgm:cxn modelId="{4E8ADBAF-E947-404F-8940-81607433E480}" type="presParOf" srcId="{6011D065-4052-4BCD-9A81-F8855E04B428}" destId="{1178EE86-FAAE-426E-BC09-AB9B2C381F2A}" srcOrd="1" destOrd="0" presId="urn:microsoft.com/office/officeart/2016/7/layout/BasicLinearProcessNumbered"/>
    <dgm:cxn modelId="{A751B284-1F8C-4EC7-BC4C-640CA29B9436}" type="presParOf" srcId="{6011D065-4052-4BCD-9A81-F8855E04B428}" destId="{CBF24F9D-ADBA-49F5-AAA4-82ABDC26923C}" srcOrd="2" destOrd="0" presId="urn:microsoft.com/office/officeart/2016/7/layout/BasicLinearProcessNumbered"/>
    <dgm:cxn modelId="{0CC46F03-451C-4538-8E51-BA15F5F7C520}" type="presParOf" srcId="{CBF24F9D-ADBA-49F5-AAA4-82ABDC26923C}" destId="{2034F0D2-73BA-4A01-BB40-174CD03FE945}" srcOrd="0" destOrd="0" presId="urn:microsoft.com/office/officeart/2016/7/layout/BasicLinearProcessNumbered"/>
    <dgm:cxn modelId="{5D9B1649-0913-4BFE-9BA4-4D790CA32816}" type="presParOf" srcId="{CBF24F9D-ADBA-49F5-AAA4-82ABDC26923C}" destId="{0A76CDA2-440D-42D3-A991-F4F08F596ADB}" srcOrd="1" destOrd="0" presId="urn:microsoft.com/office/officeart/2016/7/layout/BasicLinearProcessNumbered"/>
    <dgm:cxn modelId="{A32294DF-DE7B-4FE2-A7AD-CD5143E50960}" type="presParOf" srcId="{CBF24F9D-ADBA-49F5-AAA4-82ABDC26923C}" destId="{9E8EB73D-1476-4DB3-8CE4-4A20ED9228F7}" srcOrd="2" destOrd="0" presId="urn:microsoft.com/office/officeart/2016/7/layout/BasicLinearProcessNumbered"/>
    <dgm:cxn modelId="{7FD3B3FA-DAC2-45A3-A36F-27DFF609A9A8}" type="presParOf" srcId="{CBF24F9D-ADBA-49F5-AAA4-82ABDC26923C}" destId="{FE7B959B-EC76-499A-B13F-86884A5E5963}" srcOrd="3" destOrd="0" presId="urn:microsoft.com/office/officeart/2016/7/layout/BasicLinearProcessNumbered"/>
    <dgm:cxn modelId="{4E560F6E-15BA-4EF3-A15E-3DDF2779E1D3}" type="presParOf" srcId="{6011D065-4052-4BCD-9A81-F8855E04B428}" destId="{A05AEA2E-CCCC-4373-A3C6-C17CC73E7CB1}" srcOrd="3" destOrd="0" presId="urn:microsoft.com/office/officeart/2016/7/layout/BasicLinearProcessNumbered"/>
    <dgm:cxn modelId="{17DEFC22-49BE-4A60-98AD-6F02B74CCDEA}" type="presParOf" srcId="{6011D065-4052-4BCD-9A81-F8855E04B428}" destId="{39021C6C-F8CC-4782-AD01-2135B5640607}" srcOrd="4" destOrd="0" presId="urn:microsoft.com/office/officeart/2016/7/layout/BasicLinearProcessNumbered"/>
    <dgm:cxn modelId="{F2D61D4A-799A-4FD4-88EF-E000F4BF5277}" type="presParOf" srcId="{39021C6C-F8CC-4782-AD01-2135B5640607}" destId="{9D58BDDD-F08C-4416-913A-E9D9B642D835}" srcOrd="0" destOrd="0" presId="urn:microsoft.com/office/officeart/2016/7/layout/BasicLinearProcessNumbered"/>
    <dgm:cxn modelId="{226022EE-700E-4421-9EEA-3C0CA3D2ECEA}" type="presParOf" srcId="{39021C6C-F8CC-4782-AD01-2135B5640607}" destId="{DBC0FA1B-61AB-48B5-9ECB-026909823A81}" srcOrd="1" destOrd="0" presId="urn:microsoft.com/office/officeart/2016/7/layout/BasicLinearProcessNumbered"/>
    <dgm:cxn modelId="{F731B737-673B-4529-9124-6E0F66C020F0}" type="presParOf" srcId="{39021C6C-F8CC-4782-AD01-2135B5640607}" destId="{D30EE146-FFF5-4C26-B649-7AFF1C9E80B8}" srcOrd="2" destOrd="0" presId="urn:microsoft.com/office/officeart/2016/7/layout/BasicLinearProcessNumbered"/>
    <dgm:cxn modelId="{1BC4E595-4412-4122-B743-31D0DC7CCC15}" type="presParOf" srcId="{39021C6C-F8CC-4782-AD01-2135B5640607}" destId="{9C350D65-12E1-4897-81DD-560D4C73536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4C472-5AC8-4C20-9C22-AC8A3420B6E2}">
      <dsp:nvSpPr>
        <dsp:cNvPr id="0" name=""/>
        <dsp:cNvSpPr/>
      </dsp:nvSpPr>
      <dsp:spPr>
        <a:xfrm>
          <a:off x="0" y="46703"/>
          <a:ext cx="6589260" cy="15514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 framework for building/environments</a:t>
          </a:r>
        </a:p>
      </dsp:txBody>
      <dsp:txXfrm>
        <a:off x="75734" y="122437"/>
        <a:ext cx="6437792" cy="1399952"/>
      </dsp:txXfrm>
    </dsp:sp>
    <dsp:sp modelId="{2BC90456-AC39-4BD8-AF93-69C569A0077A}">
      <dsp:nvSpPr>
        <dsp:cNvPr id="0" name=""/>
        <dsp:cNvSpPr/>
      </dsp:nvSpPr>
      <dsp:spPr>
        <a:xfrm>
          <a:off x="0" y="1592688"/>
          <a:ext cx="6589260" cy="2058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209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Orchestration 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Service Discovery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Observability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Developer Experience</a:t>
          </a:r>
        </a:p>
      </dsp:txBody>
      <dsp:txXfrm>
        <a:off x="0" y="1592688"/>
        <a:ext cx="6589260" cy="2058615"/>
      </dsp:txXfrm>
    </dsp:sp>
    <dsp:sp modelId="{E3F4916C-4E97-47E6-9076-BF90A5FF38C9}">
      <dsp:nvSpPr>
        <dsp:cNvPr id="0" name=""/>
        <dsp:cNvSpPr/>
      </dsp:nvSpPr>
      <dsp:spPr>
        <a:xfrm>
          <a:off x="0" y="3651304"/>
          <a:ext cx="6589260" cy="15514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Key Example – Logging! </a:t>
          </a:r>
        </a:p>
      </dsp:txBody>
      <dsp:txXfrm>
        <a:off x="75734" y="3727038"/>
        <a:ext cx="6437792" cy="13999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7907C6-533A-49D1-9D02-EA9EDE8BA00B}">
      <dsp:nvSpPr>
        <dsp:cNvPr id="0" name=""/>
        <dsp:cNvSpPr/>
      </dsp:nvSpPr>
      <dsp:spPr>
        <a:xfrm>
          <a:off x="682185" y="0"/>
          <a:ext cx="5536141" cy="5536141"/>
        </a:xfrm>
        <a:prstGeom prst="diamond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FE2E8-D8CA-4083-9387-B8FAC5DF2428}">
      <dsp:nvSpPr>
        <dsp:cNvPr id="0" name=""/>
        <dsp:cNvSpPr/>
      </dsp:nvSpPr>
      <dsp:spPr>
        <a:xfrm>
          <a:off x="1208118" y="525933"/>
          <a:ext cx="2159094" cy="215909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Manual Startup Scripts (Migrations </a:t>
          </a:r>
          <a:r>
            <a:rPr lang="en-US" sz="2200" kern="1200" dirty="0" err="1"/>
            <a:t>etc</a:t>
          </a:r>
          <a:r>
            <a:rPr lang="en-US" sz="2200" kern="1200" dirty="0"/>
            <a:t>)</a:t>
          </a:r>
        </a:p>
      </dsp:txBody>
      <dsp:txXfrm>
        <a:off x="1313516" y="631331"/>
        <a:ext cx="1948298" cy="1948298"/>
      </dsp:txXfrm>
    </dsp:sp>
    <dsp:sp modelId="{84125EF1-82E1-453E-92C9-2CB38440967B}">
      <dsp:nvSpPr>
        <dsp:cNvPr id="0" name=""/>
        <dsp:cNvSpPr/>
      </dsp:nvSpPr>
      <dsp:spPr>
        <a:xfrm>
          <a:off x="3533298" y="525933"/>
          <a:ext cx="2159094" cy="215909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Dependency Confusion</a:t>
          </a:r>
        </a:p>
      </dsp:txBody>
      <dsp:txXfrm>
        <a:off x="3638696" y="631331"/>
        <a:ext cx="1948298" cy="1948298"/>
      </dsp:txXfrm>
    </dsp:sp>
    <dsp:sp modelId="{CE79E197-B662-41E9-BBC7-EC0A386E4338}">
      <dsp:nvSpPr>
        <dsp:cNvPr id="0" name=""/>
        <dsp:cNvSpPr/>
      </dsp:nvSpPr>
      <dsp:spPr>
        <a:xfrm>
          <a:off x="1208118" y="2851112"/>
          <a:ext cx="2159094" cy="215909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Environmental Drift</a:t>
          </a:r>
        </a:p>
      </dsp:txBody>
      <dsp:txXfrm>
        <a:off x="1313516" y="2956510"/>
        <a:ext cx="1948298" cy="1948298"/>
      </dsp:txXfrm>
    </dsp:sp>
    <dsp:sp modelId="{F0A1F6A6-6241-4484-A507-C84FD163D7A1}">
      <dsp:nvSpPr>
        <dsp:cNvPr id="0" name=""/>
        <dsp:cNvSpPr/>
      </dsp:nvSpPr>
      <dsp:spPr>
        <a:xfrm>
          <a:off x="3533298" y="2851112"/>
          <a:ext cx="2159094" cy="215909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Diagnosing failures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Not just of environments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Code also!</a:t>
          </a:r>
        </a:p>
      </dsp:txBody>
      <dsp:txXfrm>
        <a:off x="3638696" y="2956510"/>
        <a:ext cx="1948298" cy="19482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0C0DF2-142E-4874-903E-0E69A12A81D1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AB5C7D-8A48-4865-BFA6-26CDAA44DF5C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E8752-78B7-4AFE-A853-2DB7E68499E9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Central Orecstration Project</a:t>
          </a:r>
        </a:p>
      </dsp:txBody>
      <dsp:txXfrm>
        <a:off x="93445" y="3018902"/>
        <a:ext cx="3206250" cy="720000"/>
      </dsp:txXfrm>
    </dsp:sp>
    <dsp:sp modelId="{99AA0A90-9F81-49E5-ACB5-3D2FC261CA58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2B97A3-77EB-4203-9023-1881DF287D16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9A1466-1DC7-4BDA-842A-62E670546EFB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Defined all services &amp; dependencies</a:t>
          </a:r>
        </a:p>
      </dsp:txBody>
      <dsp:txXfrm>
        <a:off x="3860789" y="3018902"/>
        <a:ext cx="3206250" cy="720000"/>
      </dsp:txXfrm>
    </dsp:sp>
    <dsp:sp modelId="{8D785DF4-1C47-4080-9FCA-C66E28B47B70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1B8BA-5724-4721-AAAC-FF07D9743866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85EDF-D840-4D6C-AA21-1BD8FEDAAD18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Entry point for running the system (Your Startup project)</a:t>
          </a:r>
        </a:p>
      </dsp:txBody>
      <dsp:txXfrm>
        <a:off x="7628133" y="3018902"/>
        <a:ext cx="32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CEE63D-6510-40FE-9411-F8E0C40F4973}">
      <dsp:nvSpPr>
        <dsp:cNvPr id="0" name=""/>
        <dsp:cNvSpPr/>
      </dsp:nvSpPr>
      <dsp:spPr>
        <a:xfrm>
          <a:off x="0" y="12648"/>
          <a:ext cx="6589260" cy="123771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Preconfigured best practices</a:t>
          </a:r>
        </a:p>
      </dsp:txBody>
      <dsp:txXfrm>
        <a:off x="60420" y="73068"/>
        <a:ext cx="6468420" cy="1116873"/>
      </dsp:txXfrm>
    </dsp:sp>
    <dsp:sp modelId="{72637B02-C988-4310-8108-9B042C831599}">
      <dsp:nvSpPr>
        <dsp:cNvPr id="0" name=""/>
        <dsp:cNvSpPr/>
      </dsp:nvSpPr>
      <dsp:spPr>
        <a:xfrm>
          <a:off x="0" y="1339642"/>
          <a:ext cx="6589260" cy="1237713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Logging, retries, telemetry included</a:t>
          </a:r>
        </a:p>
      </dsp:txBody>
      <dsp:txXfrm>
        <a:off x="60420" y="1400062"/>
        <a:ext cx="6468420" cy="1116873"/>
      </dsp:txXfrm>
    </dsp:sp>
    <dsp:sp modelId="{6A756535-4AF5-49C8-9CDC-84A199FE73A2}">
      <dsp:nvSpPr>
        <dsp:cNvPr id="0" name=""/>
        <dsp:cNvSpPr/>
      </dsp:nvSpPr>
      <dsp:spPr>
        <a:xfrm>
          <a:off x="0" y="2666636"/>
          <a:ext cx="6589260" cy="1237713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Centralized/reduced boilerplate</a:t>
          </a:r>
        </a:p>
      </dsp:txBody>
      <dsp:txXfrm>
        <a:off x="60420" y="2727056"/>
        <a:ext cx="6468420" cy="1116873"/>
      </dsp:txXfrm>
    </dsp:sp>
    <dsp:sp modelId="{DAFFFA05-DBB7-4BB1-98AC-76F65F4AC140}">
      <dsp:nvSpPr>
        <dsp:cNvPr id="0" name=""/>
        <dsp:cNvSpPr/>
      </dsp:nvSpPr>
      <dsp:spPr>
        <a:xfrm>
          <a:off x="0" y="3993630"/>
          <a:ext cx="6589260" cy="1237713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MAUI Projects – You have a Special One!</a:t>
          </a:r>
        </a:p>
      </dsp:txBody>
      <dsp:txXfrm>
        <a:off x="60420" y="4054050"/>
        <a:ext cx="6468420" cy="11168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4E8EE7-4CF9-4313-AD15-526FEF22C1D4}">
      <dsp:nvSpPr>
        <dsp:cNvPr id="0" name=""/>
        <dsp:cNvSpPr/>
      </dsp:nvSpPr>
      <dsp:spPr>
        <a:xfrm>
          <a:off x="0" y="61046"/>
          <a:ext cx="6589260" cy="164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You can easily add this to an existing project, use the templates as examples</a:t>
          </a:r>
        </a:p>
      </dsp:txBody>
      <dsp:txXfrm>
        <a:off x="80532" y="141578"/>
        <a:ext cx="6428196" cy="1488636"/>
      </dsp:txXfrm>
    </dsp:sp>
    <dsp:sp modelId="{D31C005B-E65D-4815-B85E-DCD266004B01}">
      <dsp:nvSpPr>
        <dsp:cNvPr id="0" name=""/>
        <dsp:cNvSpPr/>
      </dsp:nvSpPr>
      <dsp:spPr>
        <a:xfrm>
          <a:off x="0" y="1797146"/>
          <a:ext cx="6589260" cy="164970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Can do incremental changes</a:t>
          </a:r>
        </a:p>
      </dsp:txBody>
      <dsp:txXfrm>
        <a:off x="80532" y="1877678"/>
        <a:ext cx="6428196" cy="1488636"/>
      </dsp:txXfrm>
    </dsp:sp>
    <dsp:sp modelId="{DB4D8953-0858-45C5-83BA-45E3BAF81025}">
      <dsp:nvSpPr>
        <dsp:cNvPr id="0" name=""/>
        <dsp:cNvSpPr/>
      </dsp:nvSpPr>
      <dsp:spPr>
        <a:xfrm>
          <a:off x="0" y="3533246"/>
          <a:ext cx="6589260" cy="16497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Aspire is a DEVELOPMENT time paradigm, and your production environments should be untouched.</a:t>
          </a:r>
        </a:p>
      </dsp:txBody>
      <dsp:txXfrm>
        <a:off x="80532" y="3613778"/>
        <a:ext cx="6428196" cy="14886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F0C44-D4F3-462C-8AA1-1EB02C75BA17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Ensure VS Fully updated</a:t>
          </a:r>
        </a:p>
      </dsp:txBody>
      <dsp:txXfrm>
        <a:off x="0" y="1653508"/>
        <a:ext cx="3286125" cy="2610802"/>
      </dsp:txXfrm>
    </dsp:sp>
    <dsp:sp modelId="{05C39B60-161C-4779-8FAC-09C8F575A610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E2BB168D-3645-47D2-BE70-66067997E213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34F0D2-73BA-4A01-BB40-174CD03FE945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Install the aspire SDK</a:t>
          </a:r>
        </a:p>
      </dsp:txBody>
      <dsp:txXfrm>
        <a:off x="3614737" y="1653508"/>
        <a:ext cx="3286125" cy="2610802"/>
      </dsp:txXfrm>
    </dsp:sp>
    <dsp:sp modelId="{0A76CDA2-440D-42D3-A991-F4F08F596ADB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9E8EB73D-1476-4DB3-8CE4-4A20ED9228F7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58BDDD-F08C-4416-913A-E9D9B642D835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Install Docker (If needing SQL Stuff, etc)</a:t>
          </a:r>
        </a:p>
      </dsp:txBody>
      <dsp:txXfrm>
        <a:off x="7229475" y="1653508"/>
        <a:ext cx="3286125" cy="2610802"/>
      </dsp:txXfrm>
    </dsp:sp>
    <dsp:sp modelId="{DBC0FA1B-61AB-48B5-9ECB-026909823A81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D30EE146-FFF5-4C26-B649-7AFF1C9E80B8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30BB3-2229-47B5-BE03-3AEDCA5B660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85D15-FC3B-4B00-B038-4CE8ADDE1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Survey on environment 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85D15-FC3B-4B00-B038-4CE8ADDE175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703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B746-776E-9BEF-9E1B-E2E618FE0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F924F-F97E-5B34-83E8-B1BE5F239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2E9F6-AB47-A834-4C8D-CA3EF6105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2C7D1-21BD-4EBC-AF92-6065CAB56F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D9308-70AF-10F0-E440-902AC9FDC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A66F5-A739-166E-DC80-F6031964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A8E61-0CA3-4E7D-AD39-470F8EAA4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9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0DE88-172F-42FD-1CDD-55C80DA9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402C8-D97E-357B-9C84-1D8EC60AA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F38DC-66D1-2287-2731-E4E577F1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2C7D1-21BD-4EBC-AF92-6065CAB56F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5A028-8889-EC99-CC3B-255DE96F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7E682-36FE-9FED-0EC4-2E22521C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A8E61-0CA3-4E7D-AD39-470F8EAA4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5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62AA7-44E0-E628-7C22-4D9D2ED0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9DCFD-9F04-3632-8EAC-2F6F5E44A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23A41-9429-5392-0948-A59F05E3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2C7D1-21BD-4EBC-AF92-6065CAB56F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1849B-CC97-D653-8F71-E5B6C993C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91701-4369-A93F-4810-75E9560B6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A8E61-0CA3-4E7D-AD39-470F8EAA4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1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065A2-8F51-6D99-B64D-C506E4EB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FDF37-913D-10E6-D404-EFE491D37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335E9-0DDB-7E7F-3418-8B42A0FAF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31E97-7D50-E86B-1FAF-7BE256DC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2C7D1-21BD-4EBC-AF92-6065CAB56F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E73B9-6A8C-644A-3517-96BFA1AA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0EFBF-7CF6-E000-B4A1-78C4A7BF9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A8E61-0CA3-4E7D-AD39-470F8EAA4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2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2FF1-5B12-AF1B-F790-7B24C45B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E1441-1FF4-1D31-B8E9-AD8BC3027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5C94E-290E-83EF-3543-96A4B95E6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99374-158B-34AF-F5A5-15DA0A12B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1B7240-E8CE-AA9F-484C-9406D5642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DD70BF-CE64-AD09-F0D6-229DED5BA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2C7D1-21BD-4EBC-AF92-6065CAB56F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FEDCD-457D-5099-A69F-2ED4402C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6D32B-F528-960C-B6BE-BD0F3CC3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A8E61-0CA3-4E7D-AD39-470F8EAA4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5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DED10-00B7-EE65-CDAB-92645183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306257-90B3-F974-9059-6E4C3587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2C7D1-21BD-4EBC-AF92-6065CAB56F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23AA0A-CD64-F487-049F-99CDD59BE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F9D547-C3EF-B4A7-9DF5-FFEB9BD3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A8E61-0CA3-4E7D-AD39-470F8EAA4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76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99B64D-5FB2-92C6-4CE1-0C3861EB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2C7D1-21BD-4EBC-AF92-6065CAB56F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E4BC5-E3AD-67B4-0B2C-D975AF92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71A97-0F18-A754-03FB-E7F1AA87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A8E61-0CA3-4E7D-AD39-470F8EAA4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4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11FB5-976F-28A0-8169-C4F93AA0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F949F-3442-62C9-F1CC-5CBC4E283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A0A5E-6C08-EF80-DE5C-0C774496B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9C51A-1337-34C2-C7C8-87608E727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2C7D1-21BD-4EBC-AF92-6065CAB56F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2F5E5-3D3F-D25E-C3F0-DB106F0D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8A1B2-882A-507E-BFAB-9DC460DE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A8E61-0CA3-4E7D-AD39-470F8EAA4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5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0A323-761E-D3A9-113D-8B2719D90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5DCDA-3585-EC3E-452B-6B589E191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62557-1B25-7E69-1BA9-2513D273A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0D030-12A0-5DC1-44E8-4FCAE6278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2C7D1-21BD-4EBC-AF92-6065CAB56F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B8CD1-27A3-2FA9-9B11-A4E69318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DA45E-226E-881B-E1C3-25AE36F6B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A8E61-0CA3-4E7D-AD39-470F8EAA4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0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CC98-1641-A036-47E4-8DB929556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49CBB-8D06-22A3-EF86-E5DAE132A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A3FF5-C680-DAD1-01A4-844C30D16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2C7D1-21BD-4EBC-AF92-6065CAB56F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6D092-7651-5CF8-F0B0-160AA090F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20AB6-E092-2B5F-DAB5-E9614B94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A8E61-0CA3-4E7D-AD39-470F8EAA4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32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58C2EE-C06A-54FF-34D3-8A00425A0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49730-F695-8106-56F2-E253C3478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F2D85-CCDD-F7F1-7398-337E3347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2C7D1-21BD-4EBC-AF92-6065CAB56F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87BAE-60A0-94D1-0EFB-92DB4D00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BDB57-7E1E-7D52-EDDE-87DA0BEE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A8E61-0CA3-4E7D-AD39-470F8EAA4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6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0BC482-9A04-FD99-9A1F-A2516D145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D577E-4B57-4513-9F8B-F8E10ED6A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C96F8-FECD-A07A-1615-3395C5C14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2C7D1-21BD-4EBC-AF92-6065CAB56FF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DC0E-F399-C62D-D958-88DFA360D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5D486-4D68-0508-AFEA-28A7F4D15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A8E61-0CA3-4E7D-AD39-470F8EAA4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8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spire.dev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A0C79-A0A5-58CC-6099-5A49A6BA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Accelerating Developer Productivity with  Aspire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8B7A0-B344-2961-3253-B8195649B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Modernizing Existing Projects</a:t>
            </a:r>
          </a:p>
        </p:txBody>
      </p:sp>
      <p:pic>
        <p:nvPicPr>
          <p:cNvPr id="16" name="Picture 15" descr="Computer script on a screen">
            <a:extLst>
              <a:ext uri="{FF2B5EF4-FFF2-40B4-BE49-F238E27FC236}">
                <a16:creationId xmlns:a16="http://schemas.microsoft.com/office/drawing/2014/main" id="{E6116204-439B-ECEA-28E6-3AC625FE9C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5" r="40867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1077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F74B3-A701-D028-A977-71F3F05DF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About Your Speaker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9AE4E-3F93-0AC7-4BCA-0994797A2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CEO @ IowaComputerGurus</a:t>
            </a:r>
          </a:p>
          <a:p>
            <a:r>
              <a:rPr lang="en-US" sz="2000"/>
              <a:t>Microsoft MVP</a:t>
            </a:r>
          </a:p>
          <a:p>
            <a:r>
              <a:rPr lang="en-US" sz="2000"/>
              <a:t>@MitchelSellers – Almost everywhere</a:t>
            </a:r>
          </a:p>
          <a:p>
            <a:r>
              <a:rPr lang="en-US" sz="2000"/>
              <a:t>msellers@iowacomputergurus.com</a:t>
            </a:r>
          </a:p>
        </p:txBody>
      </p:sp>
      <p:pic>
        <p:nvPicPr>
          <p:cNvPr id="5" name="Picture 4" descr="Mic and audio filter">
            <a:extLst>
              <a:ext uri="{FF2B5EF4-FFF2-40B4-BE49-F238E27FC236}">
                <a16:creationId xmlns:a16="http://schemas.microsoft.com/office/drawing/2014/main" id="{E9249A4F-04CD-3E21-E503-57DAB838D9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95" r="1510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1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D75F1F-010A-B44C-97E3-765889F5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>
            <a:normAutofit/>
          </a:bodyPr>
          <a:lstStyle/>
          <a:p>
            <a:r>
              <a:rPr lang="en-US"/>
              <a:t>What is Aspire?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C184E517-4E41-A177-CF35-CC3BEE44C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350202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686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D484C472-5AC8-4C20-9C22-AC8A3420B6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>
                                            <p:graphicEl>
                                              <a:dgm id="{D484C472-5AC8-4C20-9C22-AC8A3420B6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>
                                            <p:graphicEl>
                                              <a:dgm id="{D484C472-5AC8-4C20-9C22-AC8A3420B6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2BC90456-AC39-4BD8-AF93-69C569A007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>
                                            <p:graphicEl>
                                              <a:dgm id="{2BC90456-AC39-4BD8-AF93-69C569A007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>
                                            <p:graphicEl>
                                              <a:dgm id="{2BC90456-AC39-4BD8-AF93-69C569A007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E3F4916C-4E97-47E6-9076-BF90A5FF38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>
                                            <p:graphicEl>
                                              <a:dgm id="{E3F4916C-4E97-47E6-9076-BF90A5FF38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>
                                            <p:graphicEl>
                                              <a:dgm id="{E3F4916C-4E97-47E6-9076-BF90A5FF38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593F8-3AF3-4B9A-2474-CD384A54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Why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CA46C-F1AC-EB3F-1880-78CDB5A74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Development environments continue to get fragmented &amp; complex.</a:t>
            </a:r>
          </a:p>
          <a:p>
            <a:pPr lvl="1"/>
            <a:r>
              <a:rPr lang="en-US" sz="2000" dirty="0"/>
              <a:t>Multiple Services to Run</a:t>
            </a:r>
          </a:p>
          <a:p>
            <a:pPr lvl="1"/>
            <a:r>
              <a:rPr lang="en-US" sz="2000" dirty="0"/>
              <a:t>Inconsistency in developer-to-developer setup</a:t>
            </a:r>
          </a:p>
          <a:p>
            <a:pPr lvl="1"/>
            <a:r>
              <a:rPr lang="en-US" sz="2000" dirty="0"/>
              <a:t>Automation needs for full environments</a:t>
            </a:r>
          </a:p>
          <a:p>
            <a:pPr lvl="2"/>
            <a:r>
              <a:rPr lang="en-US" dirty="0"/>
              <a:t>Don’t forget about our buddies Claude/Copilot/ChatGPT!</a:t>
            </a:r>
          </a:p>
          <a:p>
            <a:pPr lvl="1"/>
            <a:r>
              <a:rPr lang="en-US" sz="2000" dirty="0"/>
              <a:t>Hard to Debug Systems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585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FD311-F47C-AF41-1824-4286F22BC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Common Pain Points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533169-CCC1-CA7B-9ED0-D9B9FA4175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03315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650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27907C6-533A-49D1-9D02-EA9EDE8BA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227907C6-533A-49D1-9D02-EA9EDE8BA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227907C6-533A-49D1-9D02-EA9EDE8BA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2FE2E8-D8CA-4083-9387-B8FAC5DF2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392FE2E8-D8CA-4083-9387-B8FAC5DF2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392FE2E8-D8CA-4083-9387-B8FAC5DF2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125EF1-82E1-453E-92C9-2CB3844096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84125EF1-82E1-453E-92C9-2CB3844096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84125EF1-82E1-453E-92C9-2CB3844096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E79E197-B662-41E9-BBC7-EC0A386E43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graphicEl>
                                              <a:dgm id="{CE79E197-B662-41E9-BBC7-EC0A386E43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dgm id="{CE79E197-B662-41E9-BBC7-EC0A386E43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A1F6A6-6241-4484-A507-C84FD163D7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F0A1F6A6-6241-4484-A507-C84FD163D7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F0A1F6A6-6241-4484-A507-C84FD163D7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4BA6C-D410-985A-73FC-A140092B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Core Concept: AppHost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C5296C-180B-F15A-C453-78FFC66E7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40325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5217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00C0DF2-142E-4874-903E-0E69A12A81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300C0DF2-142E-4874-903E-0E69A12A81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300C0DF2-142E-4874-903E-0E69A12A81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AB5C7D-8A48-4865-BFA6-26CDAA44DF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23AB5C7D-8A48-4865-BFA6-26CDAA44DF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23AB5C7D-8A48-4865-BFA6-26CDAA44DF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1E8752-78B7-4AFE-A853-2DB7E6849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5A1E8752-78B7-4AFE-A853-2DB7E6849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5A1E8752-78B7-4AFE-A853-2DB7E6849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12B97A3-77EB-4203-9023-1881DF287D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212B97A3-77EB-4203-9023-1881DF287D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212B97A3-77EB-4203-9023-1881DF287D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9AA0A90-9F81-49E5-ACB5-3D2FC261CA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99AA0A90-9F81-49E5-ACB5-3D2FC261CA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99AA0A90-9F81-49E5-ACB5-3D2FC261CA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69A1466-1DC7-4BDA-842A-62E670546E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B69A1466-1DC7-4BDA-842A-62E670546E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B69A1466-1DC7-4BDA-842A-62E670546E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D785DF4-1C47-4080-9FCA-C66E28B47B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8D785DF4-1C47-4080-9FCA-C66E28B47B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8D785DF4-1C47-4080-9FCA-C66E28B47B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A71B8BA-5724-4721-AAAC-FF07D97438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0A71B8BA-5724-4721-AAAC-FF07D97438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0A71B8BA-5724-4721-AAAC-FF07D97438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AD85EDF-D840-4D6C-AA21-1BD8FEDAAD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2AD85EDF-D840-4D6C-AA21-1BD8FEDAAD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2AD85EDF-D840-4D6C-AA21-1BD8FEDAAD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66FB3-F5B6-BC0B-34C3-053FC75F7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>
            <a:normAutofit/>
          </a:bodyPr>
          <a:lstStyle/>
          <a:p>
            <a:r>
              <a:rPr lang="en-US" dirty="0"/>
              <a:t>Core Concept: Service Defaults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7C9554-8B04-8E4E-DDDB-8E90BD1FE6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9483844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846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6CEE63D-6510-40FE-9411-F8E0C40F49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D6CEE63D-6510-40FE-9411-F8E0C40F49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D6CEE63D-6510-40FE-9411-F8E0C40F49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2637B02-C988-4310-8108-9B042C8315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72637B02-C988-4310-8108-9B042C8315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72637B02-C988-4310-8108-9B042C8315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A756535-4AF5-49C8-9CDC-84A199FE7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6A756535-4AF5-49C8-9CDC-84A199FE7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6A756535-4AF5-49C8-9CDC-84A199FE7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AFFFA05-DBB7-4BB1-98AC-76F65F4AC1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DAFFFA05-DBB7-4BB1-98AC-76F65F4AC1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DAFFFA05-DBB7-4BB1-98AC-76F65F4AC1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D25ABF-72A4-E738-1074-D755F75AD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>
            <a:normAutofit/>
          </a:bodyPr>
          <a:lstStyle/>
          <a:p>
            <a:r>
              <a:rPr lang="en-US" dirty="0"/>
              <a:t>Clean Environment vs. Existing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1DC4A9-CCAC-4DED-E615-ED962F8376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024606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907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4E8EE7-4CF9-4313-AD15-526FEF22C1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D24E8EE7-4CF9-4313-AD15-526FEF22C1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D24E8EE7-4CF9-4313-AD15-526FEF22C1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31C005B-E65D-4815-B85E-DCD266004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D31C005B-E65D-4815-B85E-DCD266004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D31C005B-E65D-4815-B85E-DCD266004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B4D8953-0858-45C5-83BA-45E3BAF810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DB4D8953-0858-45C5-83BA-45E3BAF810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DB4D8953-0858-45C5-83BA-45E3BAF810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BE724E-14AE-859A-CC0E-49C7FF0CB3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931" b="38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2B3F9-7BAE-DBF2-FFF5-C43B701A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Getting Started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A9E9E4-FF49-A1D6-F44B-DD37114D75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582294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569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2BB168D-3645-47D2-BE70-66067997E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E2BB168D-3645-47D2-BE70-66067997E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E2BB168D-3645-47D2-BE70-66067997E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3CF0C44-D4F3-462C-8AA1-1EB02C75BA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E3CF0C44-D4F3-462C-8AA1-1EB02C75BA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E3CF0C44-D4F3-462C-8AA1-1EB02C75BA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C39B60-161C-4779-8FAC-09C8F575A6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05C39B60-161C-4779-8FAC-09C8F575A6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05C39B60-161C-4779-8FAC-09C8F575A6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E8EB73D-1476-4DB3-8CE4-4A20ED9228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9E8EB73D-1476-4DB3-8CE4-4A20ED9228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9E8EB73D-1476-4DB3-8CE4-4A20ED9228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034F0D2-73BA-4A01-BB40-174CD03FE9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2034F0D2-73BA-4A01-BB40-174CD03FE9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2034F0D2-73BA-4A01-BB40-174CD03FE9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A76CDA2-440D-42D3-A991-F4F08F596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0A76CDA2-440D-42D3-A991-F4F08F596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0A76CDA2-440D-42D3-A991-F4F08F596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30EE146-FFF5-4C26-B649-7AFF1C9E80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D30EE146-FFF5-4C26-B649-7AFF1C9E80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D30EE146-FFF5-4C26-B649-7AFF1C9E80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D58BDDD-F08C-4416-913A-E9D9B642D8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9D58BDDD-F08C-4416-913A-E9D9B642D8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9D58BDDD-F08C-4416-913A-E9D9B642D8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BC0FA1B-61AB-48B5-9ECB-026909823A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DBC0FA1B-61AB-48B5-9ECB-026909823A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DBC0FA1B-61AB-48B5-9ECB-026909823A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01010 data lines to infinity">
            <a:extLst>
              <a:ext uri="{FF2B5EF4-FFF2-40B4-BE49-F238E27FC236}">
                <a16:creationId xmlns:a16="http://schemas.microsoft.com/office/drawing/2014/main" id="{0703EDE3-4A0D-DA65-1DA1-FE558D9E1F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5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063219" y="-1252908"/>
            <a:ext cx="4065561" cy="12192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464116" y="322049"/>
            <a:ext cx="3067943" cy="240860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0392" y="4172881"/>
            <a:ext cx="7154743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E0742-3751-5037-E51E-CA60866CC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9" y="1936866"/>
            <a:ext cx="4849044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Let’s Get to Code!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06736" y="-7619"/>
            <a:ext cx="995654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78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FA6F8-FD86-5CB2-FEF2-4EDF03AEA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Links &amp;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3BB14-76AE-D0DD-0D4B-D5949AE7B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https://aspire.dev/</a:t>
            </a:r>
            <a:endParaRPr lang="en-US" dirty="0"/>
          </a:p>
          <a:p>
            <a:r>
              <a:rPr lang="en-US" dirty="0"/>
              <a:t>CLI Install - </a:t>
            </a:r>
            <a:r>
              <a:rPr lang="en-US" dirty="0" err="1"/>
              <a:t>irm</a:t>
            </a:r>
            <a:r>
              <a:rPr lang="en-US" dirty="0"/>
              <a:t> https://aspire.dev/install.ps1 | </a:t>
            </a:r>
            <a:r>
              <a:rPr lang="en-US" dirty="0" err="1"/>
              <a:t>iex</a:t>
            </a:r>
            <a:endParaRPr lang="en-US" dirty="0"/>
          </a:p>
          <a:p>
            <a:r>
              <a:rPr lang="en-US" dirty="0"/>
              <a:t>.NET Templates – </a:t>
            </a:r>
          </a:p>
          <a:p>
            <a:pPr lvl="1"/>
            <a:r>
              <a:rPr lang="en-US" dirty="0"/>
              <a:t>Dotnet new install </a:t>
            </a:r>
            <a:r>
              <a:rPr lang="en-US" dirty="0" err="1"/>
              <a:t>Aspire.ProjectTemplates</a:t>
            </a:r>
            <a:endParaRPr lang="en-US" dirty="0"/>
          </a:p>
          <a:p>
            <a:r>
              <a:rPr lang="en-US" dirty="0"/>
              <a:t>My Demo: https://github.com/mitchelsellers/dotnet-aspire-existing-project-demo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426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279</Words>
  <Application>Microsoft Office PowerPoint</Application>
  <PresentationFormat>Widescreen</PresentationFormat>
  <Paragraphs>57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Accelerating Developer Productivity with  Aspire</vt:lpstr>
      <vt:lpstr>About Your Speaker</vt:lpstr>
      <vt:lpstr>What is Aspire?</vt:lpstr>
      <vt:lpstr>Why Now?</vt:lpstr>
      <vt:lpstr>Common Pain Points</vt:lpstr>
      <vt:lpstr>Core Concept: AppHost</vt:lpstr>
      <vt:lpstr>Core Concept: Service Defaults</vt:lpstr>
      <vt:lpstr>Clean Environment vs. Existing</vt:lpstr>
      <vt:lpstr>Getting Started</vt:lpstr>
      <vt:lpstr>Let’s Get to Code!</vt:lpstr>
      <vt:lpstr>Helpful Links &amp;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Mitchel Sellers</dc:creator>
  <cp:lastModifiedBy>Mitchel Sellers</cp:lastModifiedBy>
  <cp:revision>4</cp:revision>
  <dcterms:created xsi:type="dcterms:W3CDTF">2026-04-11T04:08:19Z</dcterms:created>
  <dcterms:modified xsi:type="dcterms:W3CDTF">2026-09-11T06:48:35Z</dcterms:modified>
</cp:coreProperties>
</file>